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problem, not the product. One line: "Right now, when a Cambodian hospital</a:t>
            </a:r>
          </a:p>
          <a:p>
            <a:r>
              <a:t>needs blood urgently, someone writes a Facebook post and hopes the right person scrolls</a:t>
            </a:r>
          </a:p>
          <a:p>
            <a:r>
              <a:t>past." Then move on — slide 2 does the work.</a:t>
            </a:r>
          </a:p>
          <a:p/>
          <a:p>
            <a:r>
              <a:t>Do not read the team list aloud; it is on the slide and slide 12 covers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that earns attention. Stay concrete and do not inflate it.</a:t>
            </a:r>
          </a:p>
          <a:p/>
          <a:p>
            <a:r>
              <a:t>Say: the current process is not a bad app, it is no app. It is a social media post and</a:t>
            </a:r>
          </a:p>
          <a:p>
            <a:r>
              <a:t>hope. Reach without targeting is not reach — most people who see the post have the wrong</a:t>
            </a:r>
          </a:p>
          <a:p>
            <a:r>
              <a:t>blood type or are in the wrong city, and the people who could actually help never see it.</a:t>
            </a:r>
          </a:p>
          <a:p/>
          <a:p>
            <a:r>
              <a:t>If asked for national statistics: we have not sourced verified figures yet, and we would</a:t>
            </a:r>
          </a:p>
          <a:p>
            <a:r>
              <a:t>rather present none than present numbers we cannot cite. The problem statement comes from</a:t>
            </a:r>
          </a:p>
          <a:p>
            <a:r>
              <a:t>how hospitals currently operate, which is observable without a statistic.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assignment asks for a target user. Ours is the Donor — everything else exists to serve</a:t>
            </a:r>
          </a:p>
          <a:p>
            <a:r>
              <a:t>that person's decision to help.</a:t>
            </a:r>
          </a:p>
          <a:p/>
          <a:p>
            <a:r>
              <a:t>Emphasise the split: donors and families are on the phone because emergencies happen away</a:t>
            </a:r>
          </a:p>
          <a:p>
            <a:r>
              <a:t>from a desk. Hospital staff are on the web because they work at a desk with a browser. That</a:t>
            </a:r>
          </a:p>
          <a:p>
            <a:r>
              <a:t>split is why the project has two clients, which slide 6 explains.</a:t>
            </a:r>
          </a:p>
          <a:p/>
          <a:p>
            <a:r>
              <a:t>The four roles come from the PRD, section 3. Do not invent a fifth on the spot.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three features, as the assignment requires. Say the numbers out loud — "one, two,</a:t>
            </a:r>
          </a:p>
          <a:p>
            <a:r>
              <a:t>three" — so the grader can tick them off.</a:t>
            </a:r>
          </a:p>
          <a:p/>
          <a:p>
            <a:r>
              <a:t>The fourth bullet is worth pausing on: O-negative can help almost anyone, AB-positive can</a:t>
            </a:r>
          </a:p>
          <a:p>
            <a:r>
              <a:t>receive from anyone. Matching on exact type alone would throw away most of the available</a:t>
            </a:r>
          </a:p>
          <a:p>
            <a:r>
              <a:t>supply. That detail signals we understood the domain rather than guessing at it.</a:t>
            </a:r>
          </a:p>
          <a:p/>
          <a:p>
            <a:r>
              <a:t>If asked what is NOT in version 1: in-app chat, rewards or gamification, hospital blood</a:t>
            </a:r>
          </a:p>
          <a:p>
            <a:r>
              <a:t>inventory, iOS, and automated medical verification. All are recorded as out of scope in the</a:t>
            </a:r>
          </a:p>
          <a:p>
            <a:r>
              <a:t>PRD, section 2.2 — deliberately excluded, not forgotten.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graded requirement — one sentence, defended. Deliver the sentence in bold on the</a:t>
            </a:r>
          </a:p>
          <a:p>
            <a:r>
              <a:t>slide verbatim, then stop. Do not elaborate unless asked.</a:t>
            </a:r>
          </a:p>
          <a:p/>
          <a:p>
            <a:r>
              <a:t>LIKELY QUESTION: "Couldn't a progressive web app do push notifications?"</a:t>
            </a:r>
          </a:p>
          <a:p>
            <a:r>
              <a:t>ANSWER: Partly, and that is the honest answer. Web push exists, but it is unreliable on the</a:t>
            </a:r>
          </a:p>
          <a:p>
            <a:r>
              <a:t>devices our donors actually use, it cannot read GPS in the background, and it cannot be</a:t>
            </a:r>
          </a:p>
          <a:p>
            <a:r>
              <a:t>distributed through the Play Store — which is this course's M7 requirement. We also need the</a:t>
            </a:r>
          </a:p>
          <a:p>
            <a:r>
              <a:t>app installed and present on the home screen, because a donor who has to remember a URL</a:t>
            </a:r>
          </a:p>
          <a:p>
            <a:r>
              <a:t>during an emergency will not use it.</a:t>
            </a:r>
          </a:p>
          <a:p/>
          <a:p>
            <a:r>
              <a:t>LIKELY QUESTION: "Then why build a web portal at all?"</a:t>
            </a:r>
          </a:p>
          <a:p>
            <a:r>
              <a:t>ANSWER: Different user, different context. Hospital staff work at a desk and need to</a:t>
            </a:r>
          </a:p>
          <a:p>
            <a:r>
              <a:t>confirm donations; that is a browser job. The mobile app is for the people who are moving.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API, two clients. Say that first; the diagram then reads itself.</a:t>
            </a:r>
          </a:p>
          <a:p/>
          <a:p>
            <a:r>
              <a:t>The key decision here is Flutter rather than a hybrid wrapper. Flutter builds a native</a:t>
            </a:r>
          </a:p>
          <a:p>
            <a:r>
              <a:t>Android binary, which is what the Play Store requirement at M7 actually needs. We considered</a:t>
            </a:r>
          </a:p>
          <a:p>
            <a:r>
              <a:t>wrapping the Next.js app in Capacitor and rejected it — that is recorded in ADR 0001.</a:t>
            </a:r>
          </a:p>
          <a:p/>
          <a:p>
            <a:r>
              <a:t>Flyway matters more than it looks: the database schema is versioned migrations, not</a:t>
            </a:r>
          </a:p>
          <a:p>
            <a:r>
              <a:t>hand-edited tables, so every environment gets the same schema in the same order.</a:t>
            </a:r>
          </a:p>
          <a:p/>
          <a:p>
            <a:r>
              <a:t>If asked why not one codebase for everything: the two clients serve different users in</a:t>
            </a:r>
          </a:p>
          <a:p>
            <a:r>
              <a:t>different contexts, and they map cleanly onto team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a question the audience has not asked yet: is this a plan or a wish?</a:t>
            </a:r>
          </a:p>
          <a:p/>
          <a:p>
            <a:r>
              <a:t>Two things to say here, in this order.</a:t>
            </a:r>
          </a:p>
          <a:p/>
          <a:p>
            <a:r>
              <a:t>First, we read our own PRD adversarially and found seven promises it made in prose but never</a:t>
            </a:r>
          </a:p>
          <a:p>
            <a:r>
              <a:t>turned into requirements — for example, it said users may request deletion of their data, and</a:t>
            </a:r>
          </a:p>
          <a:p>
            <a:r>
              <a:t>no feature provided it. That is how the registry got to 19.</a:t>
            </a:r>
          </a:p>
          <a:p/>
          <a:p>
            <a:r>
              <a:t>Second, we then cut it to 8. Nineteen features across thirteen part-time weeks does not fit,</a:t>
            </a:r>
          </a:p>
          <a:p>
            <a:r>
              <a:t>and a plan that does not fit produces eight half-finished features instead of eight working</a:t>
            </a:r>
          </a:p>
          <a:p>
            <a:r>
              <a:t>ones. So we cut against the five things the course grades — authentication, push, GPS, a</a:t>
            </a:r>
          </a:p>
          <a:p>
            <a:r>
              <a:t>relational database, a Play Store release — not against what we personally found interesting.</a:t>
            </a:r>
          </a:p>
          <a:p/>
          <a:p>
            <a:r>
              <a:t>LIKELY QUESTION: "Why isn't feature X in your app?"</a:t>
            </a:r>
          </a:p>
          <a:p>
            <a:r>
              <a:t>ANSWER: It probably is in docs/scope.md, with the reason. Name one deliberately: account and</a:t>
            </a:r>
          </a:p>
          <a:p>
            <a:r>
              <a:t>data deletion is deferred, and we flag it as a privacy obligation rather than a feature — it</a:t>
            </a:r>
          </a:p>
          <a:p>
            <a:r>
              <a:t>is only acceptable because the pilot runs on our own test accounts, and it comes back first</a:t>
            </a:r>
          </a:p>
          <a:p>
            <a:r>
              <a:t>if a real donor ever uses this.</a:t>
            </a:r>
          </a:p>
          <a:p/>
          <a:p>
            <a:r>
              <a:t>If asked how we track work: features have stable IDs, so a bug, a test case and a commit can</a:t>
            </a:r>
          </a:p>
          <a:p>
            <a:r>
              <a:t>all point at the same identifier. QA signs off against acceptance criteria, not against a</a:t>
            </a:r>
          </a:p>
          <a:p>
            <a:r>
              <a:t>demo.</a:t>
            </a:r>
          </a:p>
          <a:p/>
          <a:p>
            <a:r>
              <a:t>Do not spend more than a minute here. It is a credibility slide, not the substance.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all seven aloud. Name three: M2 is the stack running under Docker, M4 is the</a:t>
            </a:r>
          </a:p>
          <a:p>
            <a:r>
              <a:t>core matching feature end to end, M7 is published to Play Store internal testing by Week 15.</a:t>
            </a:r>
          </a:p>
          <a:p/>
          <a:p>
            <a:r>
              <a:t>M7 is the assignment's hard requirement, so say the words "internal testing" explicitly.</a:t>
            </a:r>
          </a:p>
          <a:p/>
          <a:p>
            <a:r>
              <a:t>This table is generated from our planning document, not retyped — which is why it cannot</a:t>
            </a:r>
          </a:p>
          <a:p>
            <a:r>
              <a:t>disagree with the plan. We changed three milestone rows this week when we found that</a:t>
            </a:r>
          </a:p>
          <a:p>
            <a:r>
              <a:t>matching was scheduled before the eligibility check it depends on. Slide 11 covers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straight about this. We have documentation and specifications, not running code. Week 2</a:t>
            </a:r>
          </a:p>
          <a:p>
            <a:r>
              <a:t>of 16 is the right time to have exactly that.</a:t>
            </a:r>
          </a:p>
          <a:p/>
          <a:p>
            <a:r>
              <a:t>What the M2 specs contain: the Flutter project structure and state-management choice, the</a:t>
            </a:r>
          </a:p>
          <a:p>
            <a:r>
              <a:t>Spring Boot package layout and the initial database migration covering all six entities,</a:t>
            </a:r>
          </a:p>
          <a:p>
            <a:r>
              <a:t>the Next.js routing and localization approach, and the Docker Compose service definitions.</a:t>
            </a:r>
          </a:p>
          <a:p>
            <a:r>
              <a:t>Each has a checklist a reviewer can pass or fail without asking us anything.</a:t>
            </a:r>
          </a:p>
          <a:p/>
          <a:p>
            <a:r>
              <a:t>LIKELY QUESTION: "Can you show us the app?"</a:t>
            </a:r>
          </a:p>
          <a:p>
            <a:r>
              <a:t>ANSWER: No, and we would rather say so than show a mockup that implies working software.</a:t>
            </a:r>
          </a:p>
          <a:p>
            <a:r>
              <a:t>What we can show is the specification the build will be checked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numbers, all from the PRD. These are targets we set, not results we have.</a:t>
            </a:r>
          </a:p>
          <a:p/>
          <a:p>
            <a:r>
              <a:t>The important one is the third: median time to first acceptance. It is the number that says</a:t>
            </a:r>
          </a:p>
          <a:p>
            <a:r>
              <a:t>whether we actually beat a Facebook post, and it is the reason the app exists.</a:t>
            </a:r>
          </a:p>
          <a:p/>
          <a:p>
            <a:r>
              <a:t>Note that hospital-verified matters in the fourth metric. A self-reported donation is not</a:t>
            </a:r>
          </a:p>
          <a:p>
            <a:r>
              <a:t>evidence; a donation confirmed by hospital staff is.</a:t>
            </a:r>
          </a:p>
          <a:p/>
          <a:p>
            <a:r>
              <a:t>LIKELY QUESTION: "How will you measure these?"</a:t>
            </a:r>
          </a:p>
          <a:p>
            <a:r>
              <a:t>ANSWER: With SQL COUNT queries against the pilot database at demo time. We originally planned</a:t>
            </a:r>
          </a:p>
          <a:p>
            <a:r>
              <a:t>event-capture instrumentation on every milestone and cut it — for a pilot this size the</a:t>
            </a:r>
          </a:p>
          <a:p>
            <a:r>
              <a:t>queries give the same five numbers for none of the build cost. Be honest about the limit: if</a:t>
            </a:r>
          </a:p>
          <a:p>
            <a:r>
              <a:t>pilot data is thin, these stay targets rather than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Week-2 decks hide what they do not know. This slide is deliberate — it is the one that</a:t>
            </a:r>
          </a:p>
          <a:p>
            <a:r>
              <a:t>shows the plan is real.</a:t>
            </a:r>
          </a:p>
          <a:p/>
          <a:p>
            <a:r>
              <a:t>On location precision: storing exact coordinates gives accurate distance ranking but holds</a:t>
            </a:r>
          </a:p>
          <a:p>
            <a:r>
              <a:t>sensitive personal data; a district centroid is safer but less accurate. It is simultaneously</a:t>
            </a:r>
          </a:p>
          <a:p>
            <a:r>
              <a:t>a privacy decision and a product decision, and it changes the database schema, so we are</a:t>
            </a:r>
          </a:p>
          <a:p>
            <a:r>
              <a:t>deciding it before we write the migration rather than after.</a:t>
            </a:r>
          </a:p>
          <a:p/>
          <a:p>
            <a:r>
              <a:t>On M4: we found that matching was scheduled before the eligibility check it depends on, and</a:t>
            </a:r>
          </a:p>
          <a:p>
            <a:r>
              <a:t>that push notification was scheduled after the feature that triggers it. We moved both</a:t>
            </a:r>
          </a:p>
          <a:p>
            <a:r>
              <a:t>earlier rather than let a milestone close with its own acceptance criteria unmet. That made</a:t>
            </a:r>
          </a:p>
          <a:p>
            <a:r>
              <a:t>M4 heavy, so we agreed in advance which two features get cut first if it slips.</a:t>
            </a:r>
          </a:p>
          <a:p/>
          <a:p>
            <a:r>
              <a:t>LIKELY QUESTION: "Isn't it a problem that so much is undecided?"</a:t>
            </a:r>
          </a:p>
          <a:p>
            <a:r>
              <a:t>ANSWER: These are written down with the milestone each one blocks and the date it must be</a:t>
            </a:r>
          </a:p>
          <a:p>
            <a:r>
              <a:t>resolved. The alternative is not fewer unknowns — it is the same unknowns, undocumented.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question, not on thanks. Ask it directly and then stop talking.</a:t>
            </a:r>
          </a:p>
          <a:p/>
          <a:p>
            <a:r>
              <a:t>We are raising it rather than waiting to be asked, because the answer may change team</a:t>
            </a:r>
          </a:p>
          <a:p>
            <a:r>
              <a:t>composition or how the work is graded, and it is cheaper to know in Week 2 than Week 10.</a:t>
            </a:r>
          </a:p>
          <a:p/>
          <a:p>
            <a:r>
              <a:t>If the answer is "split into teams of 3": our roles already divide along clean boundaries —</a:t>
            </a:r>
          </a:p>
          <a:p>
            <a:r>
              <a:t>each person owns a directory and a document set, so a split is a reassignment, not a rewrite.</a:t>
            </a:r>
          </a:p>
          <a:p/>
          <a:p>
            <a:r>
              <a:t>If asked who does what day to day: there is no separate DevOps or PM role. Tech Lead absorbed that</a:t>
            </a:r>
          </a:p>
          <a:p>
            <a:r>
              <a:t>work — Docker, CI, deploy, release. Definition-of-Done tracking deliberately stayed with QA, because</a:t>
            </a:r>
          </a:p>
          <a:p>
            <a:r>
              <a:t>with Tech Lead also holding Security and co-PO, QA is the only gate outside one person.</a:t>
            </a:r>
          </a:p>
          <a:p>
            <a:r>
              <a:t>We know the gap: there is no deploy runbook yet, and it has to exist before the M7 release. Product definition is co-held by Moeun and Sothea, so PRD and FR sign-off is</a:t>
            </a:r>
          </a:p>
          <a:p>
            <a:r>
              <a:t>not one person's signature. Tech Lead still holds Security, which concentrates approval there;</a:t>
            </a:r>
          </a:p>
          <a:p>
            <a:r>
              <a:t>QA sign-off is kept independent for exactly that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C0212E"/>
                </a:solidFill>
                <a:latin typeface="Noto Sans Khmer"/>
              </a:rPr>
              <a:t>ជីវិត</a:t>
            </a:r>
          </a:p>
          <a:p>
            <a:r>
              <a:rPr sz="4600" b="1">
                <a:solidFill>
                  <a:srgbClr val="1A1A2E"/>
                </a:solidFill>
                <a:latin typeface="Helvetica Neue"/>
              </a:rPr>
              <a:t>LifeLink KH</a:t>
            </a:r>
          </a:p>
          <a:p>
            <a:pPr>
              <a:spcBef>
                <a:spcPts val="1600"/>
              </a:spcBef>
            </a:pPr>
            <a:r>
              <a:rPr sz="2400" b="0">
                <a:solidFill>
                  <a:srgbClr val="5A5A6E"/>
                </a:solidFill>
                <a:latin typeface="Helvetica Neue"/>
              </a:rPr>
              <a:t>Blood donor matching for Cambodia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1A2E"/>
                </a:solidFill>
                <a:latin typeface="Helvetica Neue"/>
              </a:rPr>
              <a:t>Nem Sothea · Suon Pisey · Sourn SAVOURN · Moeun Nithvaraman · Oun Sreynich</a:t>
            </a:r>
          </a:p>
          <a:p>
            <a:r>
              <a:rPr sz="1400" b="0">
                <a:solidFill>
                  <a:srgbClr val="5A5A6E"/>
                </a:solidFill>
                <a:latin typeface="Helvetica Neue"/>
              </a:rPr>
              <a:t>Group 2 · Cross-Platform Mobile App Development · Track B · Week 2 of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WHY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បញ្ហា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Hospitals and the National Blood Transfusion Center rely on Facebook posts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A post reaches whoever scrolls past — not compatible donors nearby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No way to filter by blood type, distance, or donor eligibility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No way to know if anyone is coming to help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Blood emergencies are measured in minutes; this process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WHO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អ្នកប្រើប្រាស់គោលដៅ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Target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Donor — a voluntary blood donor, on the mobile app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Requester — a patient or family member needing blood, mobile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Hospital staff — verifies requests, confirms donations, on web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Administrator — manages users and hospitals, on web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Pilot scope: Phnom Penh first, other provinces later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WHAT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មុខងារសំខាន់បី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Three 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1 · Donor register — blood type, location, automatic 56-day eligibility check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2 · Urgent request broadcast — push to matching donors by type and distance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3 · History + reminder — tracks cooldown, alerts donor when eligible again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Matching uses ABO/Rh compatibility, not exact blood type only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Khmer and English on both clients, Khmer as the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WHY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ហេតុអ្វីត្រូវជាកម្មវិធីទូរស័ព្ទ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Why Mobile, Not a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A1A2E"/>
                </a:solidFill>
                <a:latin typeface="Helvetica Neue"/>
              </a:rPr>
              <a:t>A blood emergency needs an instant, location-aware push alert on a donor's phone — a website can neither push a time-critical notification nor read real-time GPS.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▪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Push notification — reaches a donor who is not looking at their phone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▪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Real-time GPS — ranks donors by actual distance to the hospital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▪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Installed app — no URL to find while a relative is in a corridor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HOW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ស្ថាបត្យកម្មប្រព័ន្ធ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6035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Menlo"/>
              </a:rPr>
              <a:t>                Spring Boot API  ──▶  PostgreSQL (Flyway)
                    ▲          ▲
       REST/HTTPS   │          │   REST/HTTPS
                    │          │
       Flutter app ─┘          └─ Next.js web portal
    (donors / patients)          (hospitals / admin)
         → Play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0" y="2423160"/>
            <a:ext cx="4297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Backend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Spring Boot · PostgreSQL · Flyway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Web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Next.js · TypeScript · Tailwind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Mobile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Flutter → native Android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Push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Firebase Cloud Messaging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Location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Google Maps · geolocator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0F6B5F"/>
                </a:solidFill>
                <a:latin typeface="Helvetica Neue"/>
              </a:rPr>
              <a:t>Local dev + CI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Docker Compose · GitHub 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HOW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ការគ្រប់គ្រងវិសាលភាព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How We Manage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19 features registered — 8 in the build, 8 deliberately deferred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Cut against what the course grades, not what interests us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Definition of Done: spec signed off, merged, QA verified, no open bugs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Every architecture choice recorded as a decision record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Deferred features keep their documents — that is our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WHEN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ដំណាក់កាលការងារ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Milestones · M1 → M7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607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M1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W3-4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ERD (done), wireframes for the 4 core screens only, API spec for the 8 core FRs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M2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W5-6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Spring Boot init (PostgreSQL, Flyway), Flutter + Next.js init, docker-compose up runs backend…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M3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W7-9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Google Sign-In + donor register + FCM token registration end-to-end (feature 1)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M4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W10-12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Request create + ABO/Rh and distance matching + eligibility computation + request-alert push…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M5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W13 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Donation history list + 56-day eligibility status + the single hospital web page (feature 3)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0F6B5F"/>
                </a:solidFill>
                <a:latin typeface="Helvetica Neue"/>
              </a:rPr>
              <a:t>M6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W14       </a:t>
            </a:r>
            <a:r>
              <a:rPr sz="1500" b="0">
                <a:solidFill>
                  <a:srgbClr val="1A1A2E"/>
                </a:solidFill>
                <a:latin typeface="Helvetica Neue"/>
              </a:rPr>
              <a:t>GPS via geolocator, Khmer/English i18n, Android build, bug fix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0212E"/>
                </a:solidFill>
                <a:latin typeface="Helvetica Neue"/>
              </a:rPr>
              <a:t>M7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W15       </a:t>
            </a:r>
            <a:r>
              <a:rPr sz="1500" b="1">
                <a:solidFill>
                  <a:srgbClr val="1A1A2E"/>
                </a:solidFill>
                <a:latin typeface="Helvetica Neue"/>
              </a:rPr>
              <a:t>Test pass, signed AAB, Flutter app published to Play Store internal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Parsed from CLAUDE.md section 4 — the single source for milestone 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WHEN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ស្ថានភាពបច្ចុប្បន្ន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Where We Are Today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M1 complete — PRD, feature registry, schema design, API contract skeleton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M2 specified in four layer specs, each with a pass/fail checklist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Not yet built — the three code directories are still empty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Blocking M2: one API endpoint must reach the shared contract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Next: resolve three product decisions that gate M4 matching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MEASURE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សូចនាករជោគជ័យ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Success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≥ 200 registered donors in Phnom Penh in the first pilot month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≥ 70% of urgent requests get an acceptance within 60 minutes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Median time from request to first acceptance under 30 minutes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≥ 50 completed, hospital-verified donations during the pilot semester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Push notification delivery rate ≥ 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HONEST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ហានិភ័យ និងការសម្រេចចិត្ត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Risks + Open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Two decisions still open: notified-donor count, deploy runbook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M4 still heaviest — now three weeks, cut order agreed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Low donor density — zero-match fallback deferred, so unmitigated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Auth switched to Google Sign-In — phone numbers now unverified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0212E"/>
                </a:solidFill>
                <a:latin typeface="Helvetica Neue"/>
              </a:rPr>
              <a:t>▪  </a:t>
            </a:r>
            <a:r>
              <a:rPr sz="1900" b="0">
                <a:solidFill>
                  <a:srgbClr val="1A1A2E"/>
                </a:solidFill>
                <a:latin typeface="Helvetica Neue"/>
              </a:rPr>
              <a:t>Data deletion deferred — must ship before any real donor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6B5F"/>
                </a:solidFill>
                <a:latin typeface="Helvetica Neue"/>
              </a:rPr>
              <a:t>WHO BUILDS IT</a:t>
            </a:r>
          </a:p>
          <a:p>
            <a:r>
              <a:rPr sz="3000" b="1">
                <a:solidFill>
                  <a:srgbClr val="1A1A2E"/>
                </a:solidFill>
                <a:latin typeface="Noto Sans Khmer"/>
              </a:rPr>
              <a:t>ក្រុមការងារ</a:t>
            </a:r>
          </a:p>
          <a:p>
            <a:r>
              <a:rPr sz="3400" b="1">
                <a:solidFill>
                  <a:srgbClr val="C0212E"/>
                </a:solidFill>
                <a:latin typeface="Helvetica Neue"/>
              </a:rPr>
              <a:t>Team + One Open Question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084831"/>
            <a:ext cx="1280160" cy="34925"/>
          </a:xfrm>
          <a:prstGeom prst="rect">
            <a:avLst/>
          </a:prstGeom>
          <a:solidFill>
            <a:srgbClr val="C0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Nem Sothea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Tech Lead · Flutter · also PO, Security · Docker, CI, release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Suon Pisey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Backend · PostgreSQL · Flyway · matching logic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Sourn SAVOURN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Frontend · Next.js portal · API client · i18n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Moeun Nithvaraman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PO · PRD · briefs · wireframes · feature registry</a:t>
            </a:r>
          </a:p>
          <a:p>
            <a:pPr>
              <a:spcAft>
                <a:spcPts val="1000"/>
              </a:spcAft>
            </a:pPr>
            <a:r>
              <a:rPr sz="1900" b="1">
                <a:solidFill>
                  <a:srgbClr val="1A1A2E"/>
                </a:solidFill>
                <a:latin typeface="Helvetica Neue"/>
              </a:rPr>
              <a:t>Oun Sreynich   </a:t>
            </a:r>
            <a:r>
              <a:rPr sz="1500" b="0">
                <a:solidFill>
                  <a:srgbClr val="5A5A6E"/>
                </a:solidFill>
                <a:latin typeface="Helvetica Neue"/>
              </a:rPr>
              <a:t>QA · test plan · milestone acceptance · bug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5257800"/>
            <a:ext cx="10607040" cy="777240"/>
          </a:xfrm>
          <a:prstGeom prst="rect">
            <a:avLst/>
          </a:prstGeom>
          <a:solidFill>
            <a:srgbClr val="0F6B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Helvetica Neue"/>
              </a:rPr>
              <a:t>Open question for the instructor: the assignment specifies teams of 3 — we are 5. How should we proceed?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3640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6E"/>
                </a:solidFill>
                <a:latin typeface="Helvetica Neue"/>
              </a:rPr>
              <a:t>LifeLink KH · Group 2 · Track B · Week 2 of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