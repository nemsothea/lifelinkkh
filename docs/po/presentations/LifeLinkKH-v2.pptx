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the closing slide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Two things to say here, in this order.</a:t>
            </a:r>
          </a:p>
          <a:p/>
          <a:p>
            <a:r>
              <a:t>First, we read our own PRD adversarially and found seven promises it made in prose but never</a:t>
            </a:r>
          </a:p>
          <a:p>
            <a:r>
              <a:t>turned into requirements — for example, it said users may request deletion of their data, and</a:t>
            </a:r>
          </a:p>
          <a:p>
            <a:r>
              <a:t>no feature provided it. That is how the registry got to 19.</a:t>
            </a:r>
          </a:p>
          <a:p/>
          <a:p>
            <a:r>
              <a:t>Second, we then cut it to 8. Nineteen features across thirteen part-time weeks does not fit,</a:t>
            </a:r>
          </a:p>
          <a:p>
            <a:r>
              <a:t>and a plan that does not fit produces eight half-finished features instead of eight working</a:t>
            </a:r>
          </a:p>
          <a:p>
            <a:r>
              <a:t>ones. So we cut against the five things the course grades — authentication, push, GPS, a</a:t>
            </a:r>
          </a:p>
          <a:p>
            <a:r>
              <a:t>relational database, a Play Store release — not against what we personally found interesting.</a:t>
            </a:r>
          </a:p>
          <a:p/>
          <a:p>
            <a:r>
              <a:t>LIKELY QUESTION: "Why isn't feature X in your app?"</a:t>
            </a:r>
          </a:p>
          <a:p>
            <a:r>
              <a:t>ANSWER: It probably is in docs/scope.md, with the reason. Name one deliberately: account and</a:t>
            </a:r>
          </a:p>
          <a:p>
            <a:r>
              <a:t>data deletion is deferred, and we flag it as a privacy obligation rather than a feature — it</a:t>
            </a:r>
          </a:p>
          <a:p>
            <a:r>
              <a:t>is only acceptable because the pilot runs on our own test accounts, and it comes back first</a:t>
            </a:r>
          </a:p>
          <a:p>
            <a:r>
              <a:t>if a real donor ever uses this.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screens, Khmer, from a real build on a real device — not mockups, and not the</a:t>
            </a:r>
          </a:p>
          <a:p>
            <a:r>
              <a:t>wireframes from M1. Say that once; nobody believes a screenshot is live, and it costs one</a:t>
            </a:r>
          </a:p>
          <a:p>
            <a:r>
              <a:t>sentence to say the app is running behind it.</a:t>
            </a:r>
          </a:p>
          <a:p/>
          <a:p>
            <a:r>
              <a:t>Left to right is the donor's actual order: the intro carousel runs once per install</a:t>
            </a:r>
          </a:p>
          <a:p>
            <a:r>
              <a:t>(DEC-011 — the app used to ask for a Google account before saying what it wanted one for),</a:t>
            </a:r>
          </a:p>
          <a:p>
            <a:r>
              <a:t>then home, then the two tabs a returning donor lives in.</a:t>
            </a:r>
          </a:p>
          <a:p/>
          <a:p>
            <a:r>
              <a:t>Home is worth one extra sentence if the room is quiet: the top half is alerts matched to</a:t>
            </a:r>
          </a:p>
          <a:p>
            <a:r>
              <a:t>you, the bottom half is the public board. GET /matches/me is empty most days by design — a</a:t>
            </a:r>
          </a:p>
          <a:p>
            <a:r>
              <a:t>donor is only matched when someone nearby needs their type — and that emptiness used to be</a:t>
            </a:r>
          </a:p>
          <a:p>
            <a:r>
              <a:t>the whole screen.</a:t>
            </a:r>
          </a:p>
          <a:p/>
          <a:p>
            <a:r>
              <a:t>If the live demo cannot run in the room, this slide and the next are the fallback. Narrate</a:t>
            </a:r>
          </a:p>
          <a:p>
            <a:r>
              <a:t>them from docs/po/demo-script.md rather than reading the captions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 half, and the answer to "why two clients" made visible: donors are on a phone</a:t>
            </a:r>
          </a:p>
          <a:p>
            <a:r>
              <a:t>because emergencies happen away from a desk, hospital staff are at a desk with a browser.</a:t>
            </a:r>
          </a:p>
          <a:p/>
          <a:p>
            <a:r>
              <a:t>The public board (left) needs no account at all — a deliberate override of the auth threat</a:t>
            </a:r>
          </a:p>
          <a:p>
            <a:r>
              <a:t>model, argued in DEC-009, so that a request can be shared as a link to someone who has not</a:t>
            </a:r>
          </a:p>
          <a:p>
            <a:r>
              <a:t>installed anything. It also publishes a named donor's blood type and district, which is on</a:t>
            </a:r>
          </a:p>
          <a:p>
            <a:r>
              <a:t>the risks slide as a debt with an expiry, not as a feature.</a:t>
            </a:r>
          </a:p>
          <a:p/>
          <a:p>
            <a:r>
              <a:t>Staff accounts (right) replaced a JWT pasted into a .env file by hand (DEC-010). Nobody</a:t>
            </a:r>
          </a:p>
          <a:p>
            <a:r>
              <a:t>self-signs-up for the portal: an admin grants access to someone who has already signed in</a:t>
            </a:r>
          </a:p>
          <a:p>
            <a:r>
              <a:t>once as an ordinary user. Mention that only if asked how hospitals get accounts.</a:t>
            </a:r>
          </a:p>
          <a:p/>
          <a:p>
            <a:r>
              <a:t>All three images are regenerated by the same pass that updates the README's screenshots —</a:t>
            </a:r>
          </a:p>
          <a:p>
            <a:r>
              <a:t>docs/assets/screens/. If a screen changes, regenerate there and re-run this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hand-off slide, not the demo itself. Say one sentence and switch devices:</a:t>
            </a:r>
          </a:p>
          <a:p>
            <a:r>
              <a:t>"Rather than describe it, let me show it" — then tab away from the deck.</a:t>
            </a:r>
          </a:p>
          <a:p/>
          <a:p>
            <a:r>
              <a:t>Everything said out loud from here follows docs/po/demo-script.md, not this slide. That</a:t>
            </a:r>
          </a:p>
          <a:p>
            <a:r>
              <a:t>file has the full narration, plus ready answers for the questions people actually ask</a:t>
            </a:r>
          </a:p>
          <a:p>
            <a:r>
              <a:t>mid-demo (why a phone app and not a website, what happens if nobody accepts, why there's</a:t>
            </a:r>
          </a:p>
          <a:p>
            <a:r>
              <a:t>no map). This slide exists so the deck doesn't go straight from "here's our scope" to "any</a:t>
            </a:r>
          </a:p>
          <a:p>
            <a:r>
              <a:t>questions" with no visible proof in between.</a:t>
            </a:r>
          </a:p>
          <a:p/>
          <a:p>
            <a:r>
              <a:t>Fallback if the live app cannot run in the room (no network, no projector HDMI for a</a:t>
            </a:r>
          </a:p>
          <a:p>
            <a:r>
              <a:t>device, borrowed machine): the two screenshot slides before this one, or the screen</a:t>
            </a:r>
          </a:p>
          <a:p>
            <a:r>
              <a:t>recording from docs/po/demo-script.md section 7, which is the checklist for the day</a:t>
            </a:r>
          </a:p>
          <a:p>
            <a:r>
              <a:t>before — recording, cold rehearsal, and rotating the seeded portal password before it is</a:t>
            </a:r>
          </a:p>
          <a:p>
            <a:r>
              <a:t>typed on a projector.</a:t>
            </a:r>
          </a:p>
          <a:p/>
          <a:p>
            <a:r>
              <a:t>LIKELY QUESTION: "What if the demo breaks?"</a:t>
            </a:r>
          </a:p>
          <a:p>
            <a:r>
              <a:t>ANSWER: Say so plainly rather than fighting it in front of the room, then either retry</a:t>
            </a:r>
          </a:p>
          <a:p>
            <a:r>
              <a:t>once or switch to the fallback recording. A visible recovery reads better than a</a:t>
            </a:r>
          </a:p>
          <a:p>
            <a:r>
              <a:t>stalled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The risks slide near the</a:t>
            </a:r>
          </a:p>
          <a:p>
            <a:r>
              <a:t>end covers what's still open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counts are re-run before every rebuild of this deck, not copied forward — the previous</a:t>
            </a:r>
          </a:p>
          <a:p>
            <a:r>
              <a:t>version of this slide said 138 backend tests, which was true in August and is not now (184).</a:t>
            </a:r>
          </a:p>
          <a:p>
            <a:r>
              <a:t>Both numbers come from a full unpiped run on 2026-09-23: `./mvnw test` with Docker up</a:t>
            </a:r>
          </a:p>
          <a:p>
            <a:r>
              <a:t>(184 passed, 0 skipped — the Testcontainers integration tests silently skip when Docker is</a:t>
            </a:r>
          </a:p>
          <a:p>
            <a:r>
              <a:t>down, so "0 skipped" is the number that matters, not "BUILD SUCCESS") and `flutter test`</a:t>
            </a:r>
          </a:p>
          <a:p>
            <a:r>
              <a:t>(189 passed).</a:t>
            </a:r>
          </a:p>
          <a:p/>
          <a:p>
            <a:r>
              <a:t>"Verified live" is a deliberate phrase, not filler: a green suite has been insufficient</a:t>
            </a:r>
          </a:p>
          <a:p>
            <a:r>
              <a:t>before on this project — a schema mismatch once shipped behind a green build because the</a:t>
            </a:r>
          </a:p>
          <a:p>
            <a:r>
              <a:t>integration test that would have caught it skipped without Docker. Every milestone since is</a:t>
            </a:r>
          </a:p>
          <a:p>
            <a:r>
              <a:t>checked on an actual device or browser.</a:t>
            </a:r>
          </a:p>
          <a:p/>
          <a:p>
            <a:r>
              <a:t>The fourth bullet is work that grew AFTER the graded milestones, in September: the public</a:t>
            </a:r>
          </a:p>
          <a:p>
            <a:r>
              <a:t>request board (DEC-009), portal staff sign-in and the staff lifecycle replacing a</a:t>
            </a:r>
          </a:p>
          <a:p>
            <a:r>
              <a:t>hand-pasted PORTAL_DEV_JWT (DEC-010), the mobile language switch, the intro carousel</a:t>
            </a:r>
          </a:p>
          <a:p>
            <a:r>
              <a:t>(DEC-011), and a push-language bug where every alert went out in Khmer regardless of the</a:t>
            </a:r>
          </a:p>
          <a:p>
            <a:r>
              <a:t>user's setting. None of it is a new FR; docs/scope.md records all of it, including the two</a:t>
            </a:r>
          </a:p>
          <a:p>
            <a:r>
              <a:t>debts it carries. Say "grown, and written down" — the point is that scope changes are</a:t>
            </a:r>
          </a:p>
          <a:p>
            <a:r>
              <a:t>visible, not that nothing changed.</a:t>
            </a:r>
          </a:p>
          <a:p/>
          <a:p>
            <a:r>
              <a:t>M7's remaining steps are execution, not design: generate the upload keystore</a:t>
            </a:r>
          </a:p>
          <a:p>
            <a:r>
              <a:t>(docs/tech-lead/deploy-runbook.md), build the signed AAB, upload to Play Console's internal</a:t>
            </a:r>
          </a:p>
          <a:p>
            <a:r>
              <a:t>testing track. Backend during the testing window is a tunneled laptop, not a hosted deploy</a:t>
            </a:r>
          </a:p>
          <a:p>
            <a:r>
              <a:t>— DEC-007, and the risks slide carries it openly.</a:t>
            </a:r>
          </a:p>
          <a:p/>
          <a:p>
            <a:r>
              <a:t>LIKELY QUESTION: "Can you show us the app?"</a:t>
            </a:r>
          </a:p>
          <a:p>
            <a:r>
              <a:t>ANSWER: Already did — the two screenshot slides earlier, and the live walkthrough after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With SQL COUNT queries against the pilot database at demo time. We originally planned</a:t>
            </a:r>
          </a:p>
          <a:p>
            <a:r>
              <a:t>event-capture instrumentation on every milestone and cut it — for a pilot this size the</a:t>
            </a:r>
          </a:p>
          <a:p>
            <a:r>
              <a:t>queries give the same five numbers for none of the build cost. Be honest about the limit: if</a:t>
            </a:r>
          </a:p>
          <a:p>
            <a:r>
              <a:t>pilot data is thin, these stay targets rather than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Week-2 version of this slide listed two decisions as open that are now closed</a:t>
            </a:r>
          </a:p>
          <a:p>
            <a:r>
              <a:t>(notified-donor count: ADR 0008; the deploy runbook: written) — replaced with what's</a:t>
            </a:r>
          </a:p>
          <a:p>
            <a:r>
              <a:t>actually live today. Point this out if it's a returning audience: closed risks got removed,</a:t>
            </a:r>
          </a:p>
          <a:p>
            <a:r>
              <a:t>not quietly forgotten.</a:t>
            </a:r>
          </a:p>
          <a:p/>
          <a:p>
            <a:r>
              <a:t>On the tunnel: `API_BASE_URL` is baked into the signed AAB at build time, so internal</a:t>
            </a:r>
          </a:p>
          <a:p>
            <a:r>
              <a:t>testers reach a laptop-hosted backend through ngrok/cloudflared (`DEC-007`), not a real</a:t>
            </a:r>
          </a:p>
          <a:p>
            <a:r>
              <a:t>deploy. Chosen deliberately — a hosted deploy is new infrastructure work M7's timeline</a:t>
            </a:r>
          </a:p>
          <a:p>
            <a:r>
              <a:t>doesn't need, and the pilot is still team-only test accounts. Revisit before any real donor</a:t>
            </a:r>
          </a:p>
          <a:p>
            <a:r>
              <a:t>outside the team uses the app, the same trigger that brings account deletion back into scope.</a:t>
            </a:r>
          </a:p>
          <a:p/>
          <a:p>
            <a:r>
              <a:t>On the two security bullets, both dated the same way in docs/scope.md — fix before any real</a:t>
            </a:r>
          </a:p>
          <a:p>
            <a:r>
              <a:t>donor's data is in this database, which is also FR-SECURITY-001's trigger. The seeded portal</a:t>
            </a:r>
          </a:p>
          <a:p>
            <a:r>
              <a:t>password is in migrations V13-V16 and since V16 all four portal accounts share one value;</a:t>
            </a:r>
          </a:p>
          <a:p>
            <a:r>
              <a:t>demo-runbook.md section 9 rotates it, and it must be rotated before this is demoed from a</a:t>
            </a:r>
          </a:p>
          <a:p>
            <a:r>
              <a:t>projector. The public board publishes a named donor's blood type and district to anyone with</a:t>
            </a:r>
          </a:p>
          <a:p>
            <a:r>
              <a:t>the link (DEC-009) — safe only because every donor row today is a team-created test account,</a:t>
            </a:r>
          </a:p>
          <a:p>
            <a:r>
              <a:t>and there is no consent step because until that day there was nothing to consent to. Say both</a:t>
            </a:r>
          </a:p>
          <a:p>
            <a:r>
              <a:t>out loud rather than waiting to be asked: each is a recorded choice with a recorded expiry,</a:t>
            </a:r>
          </a:p>
          <a:p>
            <a:r>
              <a:t>which is a different thing from an oversight found at the defense.</a:t>
            </a:r>
          </a:p>
          <a:p/>
          <a:p>
            <a:r>
              <a:t>The language switch is no longer a risk — the mobile app got one on 2026-09-06, alongside a</a:t>
            </a:r>
          </a:p>
          <a:p>
            <a:r>
              <a:t>fix for push alerts that had been going out in Khmer no matter what the user chose. The team-</a:t>
            </a:r>
          </a:p>
          <a:p>
            <a:r>
              <a:t>size question moved to the closing slide, where it is asked directly.</a:t>
            </a:r>
          </a:p>
          <a:p/>
          <a:p>
            <a:r>
              <a:t>LIKELY QUESTION: "Isn't it a problem that so much is still open this late?"</a:t>
            </a:r>
          </a:p>
          <a:p>
            <a:r>
              <a:t>ANSWER: Compare this list to the Week-2 one — most of that list closed. What's open now is</a:t>
            </a:r>
          </a:p>
          <a:p>
            <a:r>
              <a:t>what's genuinely still open, not a pile that never got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Tech Lead absorbed that</a:t>
            </a:r>
          </a:p>
          <a:p>
            <a:r>
              <a:t>work — Docker, CI, deploy, release. Definition-of-Done tracking deliberately stayed with QA, because</a:t>
            </a:r>
          </a:p>
          <a:p>
            <a:r>
              <a:t>with Tech Lead also holding Security and co-PO, QA is the only gate outside one person.</a:t>
            </a:r>
          </a:p>
          <a:p>
            <a:r>
              <a:t>The deploy runbook that gap referred to is written (docs/tech-lead/deploy-runbook.md); what is</a:t>
            </a:r>
          </a:p>
          <a:p>
            <a:r>
              <a:t>left of M7 is running it. Product definition is co-held by Sourn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Moeun Nithvaraman · Suon Pisey · Sourn SAVOURN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Group 2 · Cross-Platform Mobile App Development · Track B · Final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Local dev + CI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 — 8 in the build, 8 deliberately deferred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Cut against what the course grades, not what interests us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Deferred features keep their documents — that is our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App, on a Phone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ile-intro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2395728"/>
            <a:ext cx="1440180" cy="3200400"/>
          </a:xfrm>
          <a:prstGeom prst="rect">
            <a:avLst/>
          </a:prstGeom>
        </p:spPr>
      </p:pic>
      <p:pic>
        <p:nvPicPr>
          <p:cNvPr id="5" name="Picture 4" descr="mobile-home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2395728"/>
            <a:ext cx="1440180" cy="3200400"/>
          </a:xfrm>
          <a:prstGeom prst="rect">
            <a:avLst/>
          </a:prstGeom>
        </p:spPr>
      </p:pic>
      <p:pic>
        <p:nvPicPr>
          <p:cNvPr id="6" name="Picture 5" descr="mobile-history-k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395728"/>
            <a:ext cx="1440180" cy="3200400"/>
          </a:xfrm>
          <a:prstGeom prst="rect">
            <a:avLst/>
          </a:prstGeom>
        </p:spPr>
      </p:pic>
      <p:pic>
        <p:nvPicPr>
          <p:cNvPr id="7" name="Picture 6" descr="mobile-profile-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2395728"/>
            <a:ext cx="144018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4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Intro — what the app is, before asking for an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Home — alerts for you, then who else needs blood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History — what your donations added up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7507" y="5669280"/>
            <a:ext cx="14401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Profile — blood type, district, eligibility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PROOF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អេក្រង់ក្នុងកុំព្យូទ័រ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Portal, in a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-public-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24" y="2395728"/>
            <a:ext cx="5781702" cy="2834640"/>
          </a:xfrm>
          <a:prstGeom prst="rect">
            <a:avLst/>
          </a:prstGeom>
        </p:spPr>
      </p:pic>
      <p:pic>
        <p:nvPicPr>
          <p:cNvPr id="5" name="Picture 4" descr="portal-staff-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146" y="2395728"/>
            <a:ext cx="4535424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24" y="5303520"/>
            <a:ext cx="57817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Public board — open requests, 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6146" y="5303520"/>
            <a:ext cx="45354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A5A6E"/>
                </a:solidFill>
                <a:latin typeface="Helvetica Neue"/>
              </a:rPr>
              <a:t>The same board, signed in as hospital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DEMO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ការបង្ហាញផ្ទាល់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Live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Two devices, one browser — donor, requester, hospital portal side by side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registers — Google Sign-in, blood type, district, no password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creates an urgent request — blood type, urgency, hospital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fires — instant, targeted, not a Facebook scroll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accepts; hospital confirms on the portal — cooldown starts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Full script: docs/po/demo-script.md — narration for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ERD (done), wireframes for the 4 core screens only, API spec for the 8 core FRs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W7-9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Sign-In + donor register + FCM token registration end-to-end (feature 1)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W10-12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Request create + ABO/Rh and distance matching + eligibility computation + request-alert push…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list + 56-day eligibility status + the single hospital web page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 via geolocator, Khmer/English i18n, Android build, iOS build (device/simulator only, DEC-…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W15   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through M6 complete — verified live on device, not just tests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Backend: 184 tests green against real PostgreSQL via Testcontainers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Mobile: 189 tests green — iOS and Android both build today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Since M7: public request board, portal staff accounts, mobile language switch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remains: signed AAB and Play Console internal-testing upload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M7 backend runs on a tunneled laptop, not hosted infrastructure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phone numbers unverified — coordination happens through push, not calls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needs campus and NGO onboarding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Account and data deletion deferred — must ship before real donors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Seeded portal password sits in the repository — rotate before real data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Public board shows donor names — deliberate, no consent step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Docker, CI, release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Group 2 · Track B · Final Defense (Week 16)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