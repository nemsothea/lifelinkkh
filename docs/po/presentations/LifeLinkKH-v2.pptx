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seconds here. The clock for the whole talk — 30 minutes of slides with a 5-minute demo</a:t>
            </a:r>
          </a:p>
          <a:p>
            <a:r>
              <a:t>sitting inside it at 16:00 — is docs/po/presentations/run-of-show.md, along with what to cut</a:t>
            </a:r>
          </a:p>
          <a:p>
            <a:r>
              <a:t>first if the slot turns out to include the demo rather than sit beside it.</a:t>
            </a:r>
          </a:p>
          <a:p/>
          <a:p>
            <a:r>
              <a:t>Open with the problem, not the product. One line: "Right now, when a Cambodian hospital</a:t>
            </a:r>
          </a:p>
          <a:p>
            <a:r>
              <a:t>needs blood urgently, someone writes a Facebook post and hopes the right person scrolls</a:t>
            </a:r>
          </a:p>
          <a:p>
            <a:r>
              <a:t>past." Then move on — slide 2 does the work.</a:t>
            </a:r>
          </a:p>
          <a:p/>
          <a:p>
            <a:r>
              <a:t>Do not read the team list aloud; it is on the slide and the closing slide covers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attention. Stay concrete and do not inflate it.</a:t>
            </a:r>
          </a:p>
          <a:p/>
          <a:p>
            <a:r>
              <a:t>Say: the current process is not a bad app, it is no app. It is a social media post and</a:t>
            </a:r>
          </a:p>
          <a:p>
            <a:r>
              <a:t>hope. Reach without targeting is not reach — most people who see the post have the wrong</a:t>
            </a:r>
          </a:p>
          <a:p>
            <a:r>
              <a:t>blood type or are in the wrong city, and the people who could actually help never see it.</a:t>
            </a:r>
          </a:p>
          <a:p/>
          <a:p>
            <a:r>
              <a:t>If asked for national statistics: we have not sourced verified figures yet, and we would</a:t>
            </a:r>
          </a:p>
          <a:p>
            <a:r>
              <a:t>rather present none than present numbers we cannot cite. The problem statement comes from</a:t>
            </a:r>
          </a:p>
          <a:p>
            <a:r>
              <a:t>how hospitals currently operate, which is observable without a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assignment asks for a target user. Ours is the Donor — everything else exists to serve</a:t>
            </a:r>
          </a:p>
          <a:p>
            <a:r>
              <a:t>that person's decision to help.</a:t>
            </a:r>
          </a:p>
          <a:p/>
          <a:p>
            <a:r>
              <a:t>Emphasise the split: donors and families are on the phone because emergencies happen away</a:t>
            </a:r>
          </a:p>
          <a:p>
            <a:r>
              <a:t>from a desk. Hospital staff are on the web because they work at a desk with a browser. That</a:t>
            </a:r>
          </a:p>
          <a:p>
            <a:r>
              <a:t>split is why the project has two clients, which slide 6 explains.</a:t>
            </a:r>
          </a:p>
          <a:p/>
          <a:p>
            <a:r>
              <a:t>The four roles come from the PRD, section 3. Do not invent a fifth on the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three features, as the assignment requires. Say the numbers out loud — "one, two,</a:t>
            </a:r>
          </a:p>
          <a:p>
            <a:r>
              <a:t>three" — so the grader can tick them off.</a:t>
            </a:r>
          </a:p>
          <a:p/>
          <a:p>
            <a:r>
              <a:t>The fourth bullet is worth pausing on: O-negative can help almost anyone, AB-positive can</a:t>
            </a:r>
          </a:p>
          <a:p>
            <a:r>
              <a:t>receive from anyone. Matching on exact type alone would throw away most of the available</a:t>
            </a:r>
          </a:p>
          <a:p>
            <a:r>
              <a:t>supply. That detail signals we understood the domain rather than guessing at it.</a:t>
            </a:r>
          </a:p>
          <a:p/>
          <a:p>
            <a:r>
              <a:t>If asked what is NOT in version 1: in-app chat, rewards or gamification, hospital blood</a:t>
            </a:r>
          </a:p>
          <a:p>
            <a:r>
              <a:t>inventory, iOS, and automated medical verification. All are recorded as out of scope in the</a:t>
            </a:r>
          </a:p>
          <a:p>
            <a:r>
              <a:t>PRD, section 2.2 — deliberately excluded, not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graded requirement — one sentence, defended. Deliver the sentence in bold on the</a:t>
            </a:r>
          </a:p>
          <a:p>
            <a:r>
              <a:t>slide verbatim, then stop. Do not elaborate unless asked.</a:t>
            </a:r>
          </a:p>
          <a:p/>
          <a:p>
            <a:r>
              <a:t>LIKELY QUESTION: "Couldn't a progressive web app do push notifications?"</a:t>
            </a:r>
          </a:p>
          <a:p>
            <a:r>
              <a:t>ANSWER: Partly, and that is the honest answer. Web push exists, but it is unreliable on the</a:t>
            </a:r>
          </a:p>
          <a:p>
            <a:r>
              <a:t>devices our donors actually use, it cannot read GPS in the background, and it cannot be</a:t>
            </a:r>
          </a:p>
          <a:p>
            <a:r>
              <a:t>distributed through the Play Store — which is this course's M7 requirement. We also need the</a:t>
            </a:r>
          </a:p>
          <a:p>
            <a:r>
              <a:t>app installed and present on the home screen, because a donor who has to remember a URL</a:t>
            </a:r>
          </a:p>
          <a:p>
            <a:r>
              <a:t>during an emergency will not use it.</a:t>
            </a:r>
          </a:p>
          <a:p/>
          <a:p>
            <a:r>
              <a:t>LIKELY QUESTION: "Then why build a web portal at all?"</a:t>
            </a:r>
          </a:p>
          <a:p>
            <a:r>
              <a:t>ANSWER: Different user, different context. Hospital staff work at a desk and need to</a:t>
            </a:r>
          </a:p>
          <a:p>
            <a:r>
              <a:t>confirm donations; that is a browser job. The mobile app is for the people who are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API, two clients. Say that first; the diagram then reads itself.</a:t>
            </a:r>
          </a:p>
          <a:p/>
          <a:p>
            <a:r>
              <a:t>The key decision here is Flutter rather than a hybrid wrapper. Flutter builds a native</a:t>
            </a:r>
          </a:p>
          <a:p>
            <a:r>
              <a:t>Android binary, which is what the Play Store requirement at M7 actually needs. We considered</a:t>
            </a:r>
          </a:p>
          <a:p>
            <a:r>
              <a:t>wrapping the Next.js app in Capacitor and rejected it — that is recorded in ADR 0001.</a:t>
            </a:r>
          </a:p>
          <a:p/>
          <a:p>
            <a:r>
              <a:t>Flyway matters more than it looks: the database schema is versioned migrations, not</a:t>
            </a:r>
          </a:p>
          <a:p>
            <a:r>
              <a:t>hand-edited tables, so every environment gets the same schema in the same order.</a:t>
            </a:r>
          </a:p>
          <a:p/>
          <a:p>
            <a:r>
              <a:t>If asked why not one codebase for everything: the two clients serve different users in</a:t>
            </a:r>
          </a:p>
          <a:p>
            <a:r>
              <a:t>different contexts, and they map cleanly onto team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a question the audience has not asked yet: is this a plan or a wish?</a:t>
            </a:r>
          </a:p>
          <a:p/>
          <a:p>
            <a:r>
              <a:t>Two things to say here, in this order.</a:t>
            </a:r>
          </a:p>
          <a:p/>
          <a:p>
            <a:r>
              <a:t>First, we read our own PRD adversarially and found seven promises it made in prose but never</a:t>
            </a:r>
          </a:p>
          <a:p>
            <a:r>
              <a:t>turned into requirements — for example, it said users may request deletion of their data, and</a:t>
            </a:r>
          </a:p>
          <a:p>
            <a:r>
              <a:t>no feature provided it. That is how the registry got to 19.</a:t>
            </a:r>
          </a:p>
          <a:p/>
          <a:p>
            <a:r>
              <a:t>Second, we then cut it to 8. Nineteen features across thirteen part-time weeks does not fit,</a:t>
            </a:r>
          </a:p>
          <a:p>
            <a:r>
              <a:t>and a plan that does not fit produces eight half-finished features instead of eight working</a:t>
            </a:r>
          </a:p>
          <a:p>
            <a:r>
              <a:t>ones. So we cut against the five things the course grades — authentication, push, GPS, a</a:t>
            </a:r>
          </a:p>
          <a:p>
            <a:r>
              <a:t>relational database, a Play Store release — not against what we personally found interesting.</a:t>
            </a:r>
          </a:p>
          <a:p/>
          <a:p>
            <a:r>
              <a:t>LIKELY QUESTION: "Why isn't feature X in your app?"</a:t>
            </a:r>
          </a:p>
          <a:p>
            <a:r>
              <a:t>ANSWER: It probably is in docs/scope.md, with the reason. Name one deliberately: account and</a:t>
            </a:r>
          </a:p>
          <a:p>
            <a:r>
              <a:t>data deletion is deferred, and we flag it as a privacy obligation rather than a feature — it</a:t>
            </a:r>
          </a:p>
          <a:p>
            <a:r>
              <a:t>is only acceptable because the pilot runs on our own test accounts, and it comes back first</a:t>
            </a:r>
          </a:p>
          <a:p>
            <a:r>
              <a:t>if a real donor ever uses this.</a:t>
            </a:r>
          </a:p>
          <a:p/>
          <a:p>
            <a:r>
              <a:t>If asked how we track work: features have stable IDs, so a bug, a test case and a commit can</a:t>
            </a:r>
          </a:p>
          <a:p>
            <a:r>
              <a:t>all point at the same identifier. QA signs off against acceptance criteria, not against a</a:t>
            </a:r>
          </a:p>
          <a:p>
            <a:r>
              <a:t>demo.</a:t>
            </a:r>
          </a:p>
          <a:p/>
          <a:p>
            <a:r>
              <a:t>Do not spend more than a minute here. It is a credibility slide, not the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screens, Khmer, from a real build on a real device — not mockups, and not the</a:t>
            </a:r>
          </a:p>
          <a:p>
            <a:r>
              <a:t>wireframes from M1. Say that once; nobody believes a screenshot is live, and it costs one</a:t>
            </a:r>
          </a:p>
          <a:p>
            <a:r>
              <a:t>sentence to say the app is running behind it.</a:t>
            </a:r>
          </a:p>
          <a:p/>
          <a:p>
            <a:r>
              <a:t>Left to right is the donor's actual order: the intro carousel runs once per install</a:t>
            </a:r>
          </a:p>
          <a:p>
            <a:r>
              <a:t>(DEC-011 — the app used to ask for a Google account before saying what it wanted one for),</a:t>
            </a:r>
          </a:p>
          <a:p>
            <a:r>
              <a:t>then home, then the two tabs a returning donor lives in.</a:t>
            </a:r>
          </a:p>
          <a:p/>
          <a:p>
            <a:r>
              <a:t>Home is worth one extra sentence if the room is quiet: the top half is alerts matched to</a:t>
            </a:r>
          </a:p>
          <a:p>
            <a:r>
              <a:t>you, the bottom half is the public board. GET /matches/me is empty most days by design — a</a:t>
            </a:r>
          </a:p>
          <a:p>
            <a:r>
              <a:t>donor is only matched when someone nearby needs their type — and that emptiness used to be</a:t>
            </a:r>
          </a:p>
          <a:p>
            <a:r>
              <a:t>the whole screen.</a:t>
            </a:r>
          </a:p>
          <a:p/>
          <a:p>
            <a:r>
              <a:t>If the live demo cannot run in the room, this slide and the next are the fallback. Narrate</a:t>
            </a:r>
          </a:p>
          <a:p>
            <a:r>
              <a:t>them from docs/po/demo-script.md rather than reading the captions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web half, and the answer to "why two clients" made visible: donors are on a phone</a:t>
            </a:r>
          </a:p>
          <a:p>
            <a:r>
              <a:t>because emergencies happen away from a desk, hospital staff are at a desk with a browser.</a:t>
            </a:r>
          </a:p>
          <a:p/>
          <a:p>
            <a:r>
              <a:t>The public board (left) needs no account at all — a deliberate override of the auth threat</a:t>
            </a:r>
          </a:p>
          <a:p>
            <a:r>
              <a:t>model, argued in DEC-009, so that a request can be shared as a link to someone who has not</a:t>
            </a:r>
          </a:p>
          <a:p>
            <a:r>
              <a:t>installed anything. It also publishes a named donor's blood type and district, which is on</a:t>
            </a:r>
          </a:p>
          <a:p>
            <a:r>
              <a:t>the risks slide as a debt with an expiry, not as a feature.</a:t>
            </a:r>
          </a:p>
          <a:p/>
          <a:p>
            <a:r>
              <a:t>Staff accounts (right) replaced a JWT pasted into a .env file by hand (DEC-010). Nobody</a:t>
            </a:r>
          </a:p>
          <a:p>
            <a:r>
              <a:t>self-signs-up for the portal: an admin grants access to someone who has already signed in</a:t>
            </a:r>
          </a:p>
          <a:p>
            <a:r>
              <a:t>once as an ordinary user. Mention that only if asked how hospitals get accounts.</a:t>
            </a:r>
          </a:p>
          <a:p/>
          <a:p>
            <a:r>
              <a:t>All three images are regenerated by the same pass that updates the README's screenshots —</a:t>
            </a:r>
          </a:p>
          <a:p>
            <a:r>
              <a:t>docs/assets/screens/. If a screen changes, regenerate there and re-run this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hand-off slide, not the demo itself. Say one sentence and switch devices:</a:t>
            </a:r>
          </a:p>
          <a:p>
            <a:r>
              <a:t>"Rather than describe it, let me show it" — then tab away from the deck.</a:t>
            </a:r>
          </a:p>
          <a:p/>
          <a:p>
            <a:r>
              <a:t>Five minutes, and it does not fit the six-step golden path, so the donor is PRE-STAGED:</a:t>
            </a:r>
          </a:p>
          <a:p>
            <a:r>
              <a:t>registered, signed in, permission granted, sitting on Home before the room walks in. The two</a:t>
            </a:r>
          </a:p>
          <a:p>
            <a:r>
              <a:t>screenshot slides you just showed are what registration looks like — that is why they come</a:t>
            </a:r>
          </a:p>
          <a:p>
            <a:r>
              <a:t>immediately before this one. The demo then runs post → push → accept → push back → confirm →</a:t>
            </a:r>
          </a:p>
          <a:p>
            <a:r>
              <a:t>history, with</a:t>
            </a:r>
          </a:p>
          <a:p>
            <a:r>
              <a:t>the beats and the wording in run-of-show.md. Rehearse it to 4:30; the spare 30 seconds is where</a:t>
            </a:r>
          </a:p>
          <a:p>
            <a:r>
              <a:t>a slow emulator goes.</a:t>
            </a:r>
          </a:p>
          <a:p/>
          <a:p>
            <a:r>
              <a:t>Everything said out loud from here follows docs/po/demo-script.md, not this slide. That</a:t>
            </a:r>
          </a:p>
          <a:p>
            <a:r>
              <a:t>file has the full narration, plus ready answers for the questions people actually ask</a:t>
            </a:r>
          </a:p>
          <a:p>
            <a:r>
              <a:t>mid-demo (why a phone app and not a website, what happens if nobody accepts, why there's</a:t>
            </a:r>
          </a:p>
          <a:p>
            <a:r>
              <a:t>no map). This slide exists so the deck doesn't go straight from "here's our scope" to "any</a:t>
            </a:r>
          </a:p>
          <a:p>
            <a:r>
              <a:t>questions" with no visible proof in between.</a:t>
            </a:r>
          </a:p>
          <a:p/>
          <a:p>
            <a:r>
              <a:t>Fallback if the live app cannot run in the room (no network, no projector HDMI for a</a:t>
            </a:r>
          </a:p>
          <a:p>
            <a:r>
              <a:t>device, borrowed machine): the two screenshot slides before this one, or the screen</a:t>
            </a:r>
          </a:p>
          <a:p>
            <a:r>
              <a:t>recording from docs/po/demo-script.md section 8, which is the checklist for the day</a:t>
            </a:r>
          </a:p>
          <a:p>
            <a:r>
              <a:t>before — recording, cold rehearsal, and rotating the seeded portal password before it is</a:t>
            </a:r>
          </a:p>
          <a:p>
            <a:r>
              <a:t>typed on a projector.</a:t>
            </a:r>
          </a:p>
          <a:p/>
          <a:p>
            <a:r>
              <a:t>LIKELY QUESTION: "What if the demo breaks?"</a:t>
            </a:r>
          </a:p>
          <a:p>
            <a:r>
              <a:t>ANSWER: Say so plainly rather than fighting it in front of the room, then either retry</a:t>
            </a:r>
          </a:p>
          <a:p>
            <a:r>
              <a:t>once or switch to the fallback recording. A visible recovery reads better than a</a:t>
            </a:r>
          </a:p>
          <a:p>
            <a:r>
              <a:t>stalled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all seven aloud. Name three: M2 is the stack running under Docker, M4 is the</a:t>
            </a:r>
          </a:p>
          <a:p>
            <a:r>
              <a:t>core matching feature end to end, M7 is published to Play Store internal testing by Week 15.</a:t>
            </a:r>
          </a:p>
          <a:p/>
          <a:p>
            <a:r>
              <a:t>M7 is the assignment's hard requirement, so say the words "internal testing" explicitly.</a:t>
            </a:r>
          </a:p>
          <a:p/>
          <a:p>
            <a:r>
              <a:t>This table is generated from our planning document, not retyped — which is why it cannot</a:t>
            </a:r>
          </a:p>
          <a:p>
            <a:r>
              <a:t>disagree with the plan. We changed three milestone rows this week when we found that</a:t>
            </a:r>
          </a:p>
          <a:p>
            <a:r>
              <a:t>matching was scheduled before the eligibility check it depends on. The risks slide near the</a:t>
            </a:r>
          </a:p>
          <a:p>
            <a:r>
              <a:t>end covers what's still open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counts are re-run before every rebuild of this deck, not copied forward — this slide has</a:t>
            </a:r>
          </a:p>
          <a:p>
            <a:r>
              <a:t>said 138, 184 and 196 on the way to today's 201, each one true when it was written. Both</a:t>
            </a:r>
          </a:p>
          <a:p>
            <a:r>
              <a:t>numbers come from full runs on 2026-09-25: `./mvnw verify` with Docker up (201 passed, 0</a:t>
            </a:r>
          </a:p>
          <a:p>
            <a:r>
              <a:t>skipped — the Testcontainers integration tests silently skip when Docker is down, so "0</a:t>
            </a:r>
          </a:p>
          <a:p>
            <a:r>
              <a:t>skipped" is the number that matters, not "BUILD SUCCESS") and `flutter test` (201 passed).</a:t>
            </a:r>
          </a:p>
          <a:p>
            <a:r>
              <a:t>That the two are equal is a coincidence, not a typo.</a:t>
            </a:r>
          </a:p>
          <a:p/>
          <a:p>
            <a:r>
              <a:t>"Verified live" is a deliberate phrase, not filler: a green suite has been insufficient</a:t>
            </a:r>
          </a:p>
          <a:p>
            <a:r>
              <a:t>before on this project — a schema mismatch once shipped behind a green build because the</a:t>
            </a:r>
          </a:p>
          <a:p>
            <a:r>
              <a:t>integration test that would have caught it skipped without Docker. Every milestone since is</a:t>
            </a:r>
          </a:p>
          <a:p>
            <a:r>
              <a:t>checked on an actual device or browser.</a:t>
            </a:r>
          </a:p>
          <a:p/>
          <a:p>
            <a:r>
              <a:t>The fourth bullet is work that grew AFTER the graded milestones, in September. Newest first:</a:t>
            </a:r>
          </a:p>
          <a:p>
            <a:r>
              <a:t>two-way push (FR-NOTIFY-003, 2026-09-25) — the family who posted is now told when a donor</a:t>
            </a:r>
          </a:p>
          <a:p>
            <a:r>
              <a:t>accepts; until then push went to donors only and the requester waited in silence. Then the public</a:t>
            </a:r>
          </a:p>
          <a:p>
            <a:r>
              <a:t>request board (DEC-009), portal staff sign-in and the staff lifecycle replacing a</a:t>
            </a:r>
          </a:p>
          <a:p>
            <a:r>
              <a:t>hand-pasted PORTAL_DEV_JWT (DEC-010), the mobile language switch, the intro carousel</a:t>
            </a:r>
          </a:p>
          <a:p>
            <a:r>
              <a:t>(DEC-011), and a push-language bug where every alert went out in Khmer regardless of the</a:t>
            </a:r>
          </a:p>
          <a:p>
            <a:r>
              <a:t>user's setting. None of it is a new FR; docs/scope.md records all of it, including the two</a:t>
            </a:r>
          </a:p>
          <a:p>
            <a:r>
              <a:t>debts it carries. Say "grown, and written down" — the point is that scope changes are</a:t>
            </a:r>
          </a:p>
          <a:p>
            <a:r>
              <a:t>visible, not that nothing changed.</a:t>
            </a:r>
          </a:p>
          <a:p/>
          <a:p>
            <a:r>
              <a:t>On the last bullet, if asked: the demo you just watched runs entirely on one laptop —</a:t>
            </a:r>
          </a:p>
          <a:p>
            <a:r>
              <a:t>compose for backend, database and portal, the app on an emulator or a tethered phone. The</a:t>
            </a:r>
          </a:p>
          <a:p>
            <a:r>
              <a:t>signed AAB and the Play Store internal-testing upload are written up end to end in</a:t>
            </a:r>
          </a:p>
          <a:p>
            <a:r>
              <a:t>docs/tech-lead/deploy-runbook.md and sequenced AFTER the demo, deliberately (DEC-012). A</a:t>
            </a:r>
          </a:p>
          <a:p>
            <a:r>
              <a:t>store upload changes nothing about what this room sees; what it adds is a distribution</a:t>
            </a:r>
          </a:p>
          <a:p>
            <a:r>
              <a:t>channel, and Play Console identity verification plus review latency is days of waiting</a:t>
            </a:r>
          </a:p>
          <a:p>
            <a:r>
              <a:t>outside our control. Behind the demo, its worst case is a late release. In front of it, its</a:t>
            </a:r>
          </a:p>
          <a:p>
            <a:r>
              <a:t>worst case is a missed defense.</a:t>
            </a:r>
          </a:p>
          <a:p/>
          <a:p>
            <a:r>
              <a:t>Say the cost of that choice in the same breath, do not let it be found: if M7's clause is</a:t>
            </a:r>
          </a:p>
          <a:p>
            <a:r>
              <a:t>graded literally as a store release, this leaves a graded milestone open today. The runbook</a:t>
            </a:r>
          </a:p>
          <a:p>
            <a:r>
              <a:t>is written, the account is being opened, and executing it is about a day once the demo is</a:t>
            </a:r>
          </a:p>
          <a:p>
            <a:r>
              <a:t>behind us.</a:t>
            </a:r>
          </a:p>
          <a:p/>
          <a:p>
            <a:r>
              <a:t>LIKELY QUESTION: "Can you show us the app?"</a:t>
            </a:r>
          </a:p>
          <a:p>
            <a:r>
              <a:t>ANSWER: Already did — the two screenshot slides earlier, and the live walkthrough after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numbers, all from the PRD. These are targets we set, not results we have.</a:t>
            </a:r>
          </a:p>
          <a:p/>
          <a:p>
            <a:r>
              <a:t>The important one is the third: median time to first acceptance. It is the number that says</a:t>
            </a:r>
          </a:p>
          <a:p>
            <a:r>
              <a:t>whether we actually beat a Facebook post, and it is the reason the app exists.</a:t>
            </a:r>
          </a:p>
          <a:p/>
          <a:p>
            <a:r>
              <a:t>Note that hospital-verified matters in the fourth metric. A self-reported donation is not</a:t>
            </a:r>
          </a:p>
          <a:p>
            <a:r>
              <a:t>evidence; a donation confirmed by hospital staff is.</a:t>
            </a:r>
          </a:p>
          <a:p/>
          <a:p>
            <a:r>
              <a:t>LIKELY QUESTION: "How will you measure these?"</a:t>
            </a:r>
          </a:p>
          <a:p>
            <a:r>
              <a:t>ANSWER: scripts/metrics.sql — it produces all five off the live database in one run, and it</a:t>
            </a:r>
          </a:p>
          <a:p>
            <a:r>
              <a:t>can be run in front of the room. We originally planned event-capture instrumentation on every</a:t>
            </a:r>
          </a:p>
          <a:p>
            <a:r>
              <a:t>milestone and cut it (DEC-003 withdrawn by DEC-004); for a pilot this size the queries give</a:t>
            </a:r>
          </a:p>
          <a:p>
            <a:r>
              <a:t>the same five numbers for none of the build cost.</a:t>
            </a:r>
          </a:p>
          <a:p/>
          <a:p>
            <a:r>
              <a:t>Be honest about the limit, in the same breath: the query is real, the pilot data is not. Every</a:t>
            </a:r>
          </a:p>
          <a:p>
            <a:r>
              <a:t>row today is a team-created test account. The output carries a `sample` column next to every</a:t>
            </a:r>
          </a:p>
          <a:p>
            <a:r>
              <a:t>percentage for exactly that reason — quote the denominator out loud, never the percentage</a:t>
            </a:r>
          </a:p>
          <a:p>
            <a:r>
              <a:t>alone. Two of three requests accepted inside an hour is 67% and it proves nothing.</a:t>
            </a:r>
          </a:p>
          <a:p/>
          <a:p>
            <a:r>
              <a:t>Metric 5 is the one to be careful with: notified_at is set when Firebase ACCEPTS the send, not</a:t>
            </a:r>
          </a:p>
          <a:p>
            <a:r>
              <a:t>when a phone displays it. Call it send-success, not delivery, and say true delivery lives in</a:t>
            </a:r>
          </a:p>
          <a:p>
            <a:r>
              <a:t>Firebase's own reporting. Being precise here costs nothing and being caught overstating it</a:t>
            </a:r>
          </a:p>
          <a:p>
            <a:r>
              <a:t>costs the whole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Week-2 version of this slide listed two decisions as open that are now closed</a:t>
            </a:r>
          </a:p>
          <a:p>
            <a:r>
              <a:t>(notified-donor count: ADR 0008; the deploy runbook: written) — replaced with what's</a:t>
            </a:r>
          </a:p>
          <a:p>
            <a:r>
              <a:t>actually live today. Point this out if it's a returning audience: closed risks got removed,</a:t>
            </a:r>
          </a:p>
          <a:p>
            <a:r>
              <a:t>not quietly forgotten.</a:t>
            </a:r>
          </a:p>
          <a:p/>
          <a:p>
            <a:r>
              <a:t>On the tunnel: `API_BASE_URL` is baked into the signed AAB at build time, so internal</a:t>
            </a:r>
          </a:p>
          <a:p>
            <a:r>
              <a:t>testers reach a laptop-hosted backend through ngrok/cloudflared (`DEC-007`), not a real</a:t>
            </a:r>
          </a:p>
          <a:p>
            <a:r>
              <a:t>deploy. Chosen deliberately — a hosted deploy is new infrastructure work M7's timeline</a:t>
            </a:r>
          </a:p>
          <a:p>
            <a:r>
              <a:t>doesn't need, and the pilot is still team-only test accounts. Revisit before any real donor</a:t>
            </a:r>
          </a:p>
          <a:p>
            <a:r>
              <a:t>outside the team uses the app, the same trigger that brings account deletion back into scope.</a:t>
            </a:r>
          </a:p>
          <a:p/>
          <a:p>
            <a:r>
              <a:t>On the two security bullets. The bigger one closed on 23 September and is worth saying out</a:t>
            </a:r>
          </a:p>
          <a:p>
            <a:r>
              <a:t>loud as a closed item rather than leaving off the slide: until that day a password committed in</a:t>
            </a:r>
          </a:p>
          <a:p>
            <a:r>
              <a:t>migrations V13-V16 opened all four portal accounts, including the ADMIN. V19 replaced those</a:t>
            </a:r>
          </a:p>
          <a:p>
            <a:r>
              <a:t>digests with hashes of random values nobody holds, and the real passwords now come from the</a:t>
            </a:r>
          </a:p>
          <a:p>
            <a:r>
              <a:t>environment at startup (DEC-013). What is left is narrower and is what the bullet says: one</a:t>
            </a:r>
          </a:p>
          <a:p>
            <a:r>
              <a:t>environment value covers three hospital accounts, so three people share a credential. Each row</a:t>
            </a:r>
          </a:p>
          <a:p>
            <a:r>
              <a:t>still carries its own salt, so cracking one does not open the others.</a:t>
            </a:r>
          </a:p>
          <a:p/>
          <a:p>
            <a:r>
              <a:t>The public board publishes a named donor's blood type and district to anyone with the link</a:t>
            </a:r>
          </a:p>
          <a:p>
            <a:r>
              <a:t>(DEC-009) — safe only because every donor row today is a team-created test account, and there</a:t>
            </a:r>
          </a:p>
          <a:p>
            <a:r>
              <a:t>is no consent step because until that day there was nothing to consent to. Say it rather than</a:t>
            </a:r>
          </a:p>
          <a:p>
            <a:r>
              <a:t>waiting to be asked: a recorded choice with a recorded expiry is a different thing from an</a:t>
            </a:r>
          </a:p>
          <a:p>
            <a:r>
              <a:t>oversight found at the defense.</a:t>
            </a:r>
          </a:p>
          <a:p/>
          <a:p>
            <a:r>
              <a:t>The language switch is no longer a risk — the mobile app got one on 2026-09-06, alongside a</a:t>
            </a:r>
          </a:p>
          <a:p>
            <a:r>
              <a:t>fix for push alerts that had been going out in Khmer no matter what the user chose. The team-</a:t>
            </a:r>
          </a:p>
          <a:p>
            <a:r>
              <a:t>size question moved to the closing slide, where it is asked directly.</a:t>
            </a:r>
          </a:p>
          <a:p/>
          <a:p>
            <a:r>
              <a:t>LIKELY QUESTION: "Isn't it a problem that so much is still open this late?"</a:t>
            </a:r>
          </a:p>
          <a:p>
            <a:r>
              <a:t>ANSWER: Compare this list to the Week-2 one — most of that list closed. What's open now is</a:t>
            </a:r>
          </a:p>
          <a:p>
            <a:r>
              <a:t>what's genuinely still open, not a pile that never got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question, not on thanks. Ask it directly and then stop talking.</a:t>
            </a:r>
          </a:p>
          <a:p/>
          <a:p>
            <a:r>
              <a:t>We are raising it rather than waiting to be asked, because the answer may change team</a:t>
            </a:r>
          </a:p>
          <a:p>
            <a:r>
              <a:t>composition or how the work is graded, and it is cheaper to know in Week 2 than Week 10.</a:t>
            </a:r>
          </a:p>
          <a:p/>
          <a:p>
            <a:r>
              <a:t>If the answer is "split into teams of 3": our roles already divide along clean boundaries —</a:t>
            </a:r>
          </a:p>
          <a:p>
            <a:r>
              <a:t>each person owns a directory and a document set, so a split is a reassignment, not a rewrite.</a:t>
            </a:r>
          </a:p>
          <a:p/>
          <a:p>
            <a:r>
              <a:t>If asked who does what day to day: there is no separate DevOps or PM role. Tech Lead absorbed that</a:t>
            </a:r>
          </a:p>
          <a:p>
            <a:r>
              <a:t>work — Docker, CI, deploy, release. Definition-of-Done tracking deliberately stayed with QA, because</a:t>
            </a:r>
          </a:p>
          <a:p>
            <a:r>
              <a:t>with Tech Lead also holding Security and co-PO, QA is the only gate outside one person.</a:t>
            </a:r>
          </a:p>
          <a:p>
            <a:r>
              <a:t>The deploy runbook that gap referred to is written (docs/tech-lead/deploy-runbook.md); what is</a:t>
            </a:r>
          </a:p>
          <a:p>
            <a:r>
              <a:t>left of M7 is running it. Product definition is co-held by Sourn and Sothea, so PRD and FR sign-off is</a:t>
            </a:r>
          </a:p>
          <a:p>
            <a:r>
              <a:t>not one person's signature. Tech Lead still holds Security, which concentrates approval there;</a:t>
            </a:r>
          </a:p>
          <a:p>
            <a:r>
              <a:t>QA sign-off is kept independent for exactly that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C0212E"/>
                </a:solidFill>
                <a:latin typeface="Noto Sans Khmer"/>
              </a:rPr>
              <a:t>ជីវិត</a:t>
            </a:r>
          </a:p>
          <a:p>
            <a:r>
              <a:rPr sz="4600" b="1">
                <a:solidFill>
                  <a:srgbClr val="1A1A2E"/>
                </a:solidFill>
                <a:latin typeface="Helvetica Neue"/>
              </a:rPr>
              <a:t>LifeLink KH</a:t>
            </a:r>
          </a:p>
          <a:p>
            <a:pPr>
              <a:spcBef>
                <a:spcPts val="1600"/>
              </a:spcBef>
            </a:pPr>
            <a:r>
              <a:rPr sz="2400" b="0">
                <a:solidFill>
                  <a:srgbClr val="5A5A6E"/>
                </a:solidFill>
                <a:latin typeface="Helvetica Neue"/>
              </a:rPr>
              <a:t>Blood donor matching for Cambodia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2E"/>
                </a:solidFill>
                <a:latin typeface="Helvetica Neue"/>
              </a:rPr>
              <a:t>Nem Sothea · Moeun Nithvaraman · Suon Pisey · Sourn SAVOURN · Oun Sreynich</a:t>
            </a:r>
          </a:p>
          <a:p>
            <a:r>
              <a:rPr sz="1400" b="0">
                <a:solidFill>
                  <a:srgbClr val="5A5A6E"/>
                </a:solidFill>
                <a:latin typeface="Helvetica Neue"/>
              </a:rPr>
              <a:t>Group 2 · Cross-Platform Mobile App Development · Track B · Final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WHY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បញ្ហា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Hospitals and the National Blood Transfusion Center rely on Facebook posts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A post reaches whoever scrolls past — not compatible donors nearby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No way to filter by blood type, distance, or donor eligibility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No way to know if anyone is coming to help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Blood emergencies are measured in minutes; this process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WHO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អ្នកប្រើប្រាស់គោលដៅ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Target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Donor — a voluntary blood donor, on the mobile app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Requester — a patient or family member needing blood, mobile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Hospital staff — verifies requests, confirms donations, on web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Administrator — manages users and hospitals, on web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Pilot scope: Phnom Penh first, other provinces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WHAT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មុខងារសំខាន់បី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Three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1 · Donor register — blood type, location, automatic 56-day eligibility check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2 · Urgent request broadcast — push to matching donors by type and distance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3 · History + reminder — tracks cooldown, alerts donor when eligible again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Matching uses ABO/Rh compatibility, not exact blood type only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Khmer and English on both clients, Khmer as the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WHY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ហេតុអ្វីត្រូវជាកម្មវិធីទូរស័ព្ទ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Why Mobile, Not a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2E"/>
                </a:solidFill>
                <a:latin typeface="Helvetica Neue"/>
              </a:rPr>
              <a:t>A blood emergency needs an instant, location-aware push alert on a donor's phone — a website can neither push a time-critical notification nor read real-time GPS.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▪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Push notification — reaches a donor who is not looking at their phone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▪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Real-time GPS — ranks donors by actual distance to the hospital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▪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Installed app — no URL to find while a relative is in a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HOW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ស្ថាបត្យកម្មប្រព័ន្ធ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Menlo"/>
              </a:rPr>
              <a:t>                Spring Boot API  ──▶  PostgreSQL (Flyway)
                    ▲          ▲
       REST/HTTPS   │          │   REST/HTTPS
                    │          │
       Flutter app ─┘          └─ Next.js web portal
    (donors / patients)          (hospitals / admin)
         → Play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242316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Backend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Spring Boot · PostgreSQL · Flyway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Web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Next.js · TypeScript · Tailwind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Mobile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Flutter → native Android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Push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Firebase Cloud Messaging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Location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Google Maps · geolocator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Local dev + CI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Docker Compose ·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HOW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ការគ្រប់គ្រងវិសាលភាព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How We Manage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19 features registered — 8 in the build, 8 deliberately deferred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Cut against what the course grades, not what interests us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Definition of Done: spec signed off, merged, QA verified, no open bugs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Every architecture choice recorded as a decision record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Deferred features keep their documents — that is our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PROOF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អេក្រង់ក្នុងទូរស័ព្ទ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The App, on a Phone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bile-intro-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2395728"/>
            <a:ext cx="1440180" cy="3200400"/>
          </a:xfrm>
          <a:prstGeom prst="rect">
            <a:avLst/>
          </a:prstGeom>
        </p:spPr>
      </p:pic>
      <p:pic>
        <p:nvPicPr>
          <p:cNvPr id="5" name="Picture 4" descr="mobile-home-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507" y="2395728"/>
            <a:ext cx="1440180" cy="3200400"/>
          </a:xfrm>
          <a:prstGeom prst="rect">
            <a:avLst/>
          </a:prstGeom>
        </p:spPr>
      </p:pic>
      <p:pic>
        <p:nvPicPr>
          <p:cNvPr id="6" name="Picture 5" descr="mobile-history-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7" y="2395728"/>
            <a:ext cx="1440180" cy="3200400"/>
          </a:xfrm>
          <a:prstGeom prst="rect">
            <a:avLst/>
          </a:prstGeom>
        </p:spPr>
      </p:pic>
      <p:pic>
        <p:nvPicPr>
          <p:cNvPr id="7" name="Picture 6" descr="mobile-profile-k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507" y="2395728"/>
            <a:ext cx="144018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04007" y="5669280"/>
            <a:ext cx="14401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6E"/>
                </a:solidFill>
                <a:latin typeface="Helvetica Neue"/>
              </a:rPr>
              <a:t>Intro — what the app is, before asking for an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8507" y="5669280"/>
            <a:ext cx="14401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6E"/>
                </a:solidFill>
                <a:latin typeface="Helvetica Neue"/>
              </a:rPr>
              <a:t>Home — alerts for you, then who else needs blood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5669280"/>
            <a:ext cx="14401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6E"/>
                </a:solidFill>
                <a:latin typeface="Helvetica Neue"/>
              </a:rPr>
              <a:t>History — what your donations added up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7507" y="5669280"/>
            <a:ext cx="14401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6E"/>
                </a:solidFill>
                <a:latin typeface="Helvetica Neue"/>
              </a:rPr>
              <a:t>Profile — blood type, district, 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PROOF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អេក្រង់ក្នុងកុំព្យូទ័រ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The Portal, in a Browser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ard-public-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24" y="2395728"/>
            <a:ext cx="5781702" cy="2834640"/>
          </a:xfrm>
          <a:prstGeom prst="rect">
            <a:avLst/>
          </a:prstGeom>
        </p:spPr>
      </p:pic>
      <p:pic>
        <p:nvPicPr>
          <p:cNvPr id="5" name="Picture 4" descr="portal-staff-k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146" y="2395728"/>
            <a:ext cx="4535424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24" y="5303520"/>
            <a:ext cx="57817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6E"/>
                </a:solidFill>
                <a:latin typeface="Helvetica Neue"/>
              </a:rPr>
              <a:t>Public board — open requests, no account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6146" y="5303520"/>
            <a:ext cx="45354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5A6E"/>
                </a:solidFill>
                <a:latin typeface="Helvetica Neue"/>
              </a:rPr>
              <a:t>The same board, signed in as hospital staff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DEMO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ការបង្ហាញផ្ទាល់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Live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Two devices, one browser — donor, requester, hospital portal side by side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Requester creates an urgent request — blood type, urgency, hospital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Push notification fires — instant, targeted, not a Facebook scroll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Donor accepts — and the family's phone is told a donor is coming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Hospital confirms on the portal — the 56-day cooldown starts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Full script: docs/po/demo-script.md — narration for every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WHEN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ដំណាក់កាលការងារ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Milestones · M1 → M7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M1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W3-4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ERD (done), wireframes for the 4 core screens only, API spec for the 8 core FRs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M2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W5-6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Spring Boot init (PostgreSQL, Flyway), Flutter + Next.js init, docker-compose up runs backend…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M3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W7-9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Google Sign-In + donor register + FCM token registration end-to-end (feature 1)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M4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W10-12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Request create + ABO/Rh and distance matching + eligibility computation + request-alert push…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M5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W13 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Donation history list + 56-day eligibility status + the single hospital web page (feature 3)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M6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W14 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GPS via geolocator, Khmer/English i18n, Android build, iOS build (device/simulator only, DEC-…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212E"/>
                </a:solidFill>
                <a:latin typeface="Helvetica Neue"/>
              </a:rPr>
              <a:t>M7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W15       </a:t>
            </a:r>
            <a:r>
              <a:rPr sz="1500" b="1">
                <a:solidFill>
                  <a:srgbClr val="1A1A2E"/>
                </a:solidFill>
                <a:latin typeface="Helvetica Neue"/>
              </a:rPr>
              <a:t>Test pass, signed AAB, Flutter app published to Play Store internal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Parsed from CLAUDE.md section 4 — the single source for milestone 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WHEN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ស្ថានភាពបច្ចុប្បន្ន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Where We Are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M1 through M6 complete — verified live on device, not just tests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Backend: 201 tests green against real PostgreSQL via Testcontainers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Mobile: 201 tests green — iOS and Android both build today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Since M7: two-way push, public board, portal staff accounts, language switch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Demo runs on one local machine — store release sequenced after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MEASURE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សូចនាករជោគជ័យ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≥ 200 registered donors in Phnom Penh in the first pilot month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≥ 70% of urgent requests get an acceptance within 60 minutes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Median time from request to first acceptance under 30 minutes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≥ 50 completed, hospital-verified donations during the pilot semester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Push notification delivery rate ≥ 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HONEST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ហានិភ័យ និងការសម្រេចចិត្ត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Risks + Open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M7 backend runs on a tunneled laptop, not hosted infrastructure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Donor phone numbers unverified — coordination happens through push, not calls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Low donor density early — needs campus and NGO onboarding drives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Account and data deletion deferred — must ship before real donors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Three hospital staff accounts share one password — one credential, three people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Public board shows donor names — deliberate, no consent step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WHO BUILDS IT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ក្រុមការងារ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Team + One Open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Nem Sothea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Tech Lead · Flutter · also PO, Security · Docker, CI, release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Moeun Nithvaraman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Backend · PostgreSQL · Flyway · matching logic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Suon Pisey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Frontend · Next.js portal · API client · i18n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Sourn SAVOURN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PO · PRD · briefs · wireframes · feature registry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Oun Sreynich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QA · test plan · milestone acceptance · bug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Open question for the instructor: the assignment specifies teams of 3 — we are 5. How should we proceed?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Final Defense (Week 16)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