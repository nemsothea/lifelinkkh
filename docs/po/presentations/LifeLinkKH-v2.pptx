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seconds here. The clock for the whole talk — 30 minutes of slides with a 5-minute demo</a:t>
            </a:r>
          </a:p>
          <a:p>
            <a:r>
              <a:t>sitting inside it at 16:00 — is docs/po/presentations/run-of-show.md, along with what to cut</a:t>
            </a:r>
          </a:p>
          <a:p>
            <a:r>
              <a:t>first if the slot turns out to include the demo rather than sit beside it.</a:t>
            </a:r>
          </a:p>
          <a:p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the closing slide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screens, Khmer, from a real build on a real device — not mockups, and not the</a:t>
            </a:r>
          </a:p>
          <a:p>
            <a:r>
              <a:t>wireframes from M1. Say that once; nobody believes a screenshot is live, and it costs one</a:t>
            </a:r>
          </a:p>
          <a:p>
            <a:r>
              <a:t>sentence to say the app is running behind it.</a:t>
            </a:r>
          </a:p>
          <a:p/>
          <a:p>
            <a:r>
              <a:t>Left to right is the donor's actual order: the intro carousel runs once per install</a:t>
            </a:r>
          </a:p>
          <a:p>
            <a:r>
              <a:t>(DEC-011 — the app used to ask for a Google account before saying what it wanted one for),</a:t>
            </a:r>
          </a:p>
          <a:p>
            <a:r>
              <a:t>then home, then the two tabs a returning donor lives in.</a:t>
            </a:r>
          </a:p>
          <a:p/>
          <a:p>
            <a:r>
              <a:t>Home is worth one extra sentence if the room is quiet: the top half is alerts matched to</a:t>
            </a:r>
          </a:p>
          <a:p>
            <a:r>
              <a:t>you, the bottom half is the public board. GET /matches/me is empty most days by design — a</a:t>
            </a:r>
          </a:p>
          <a:p>
            <a:r>
              <a:t>donor is only matched when someone nearby needs their type — and that emptiness used to be</a:t>
            </a:r>
          </a:p>
          <a:p>
            <a:r>
              <a:t>the whole screen.</a:t>
            </a:r>
          </a:p>
          <a:p/>
          <a:p>
            <a:r>
              <a:t>If the live demo cannot run in the room, this slide and the next are the fallback. Narrate</a:t>
            </a:r>
          </a:p>
          <a:p>
            <a:r>
              <a:t>them from docs/po/demo-script.md rather than reading the captions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half, and the answer to "why two clients" made visible: donors are on a phone</a:t>
            </a:r>
          </a:p>
          <a:p>
            <a:r>
              <a:t>because emergencies happen away from a desk, hospital staff are at a desk with a browser.</a:t>
            </a:r>
          </a:p>
          <a:p/>
          <a:p>
            <a:r>
              <a:t>The public board (left) needs no account at all — a deliberate override of the auth threat</a:t>
            </a:r>
          </a:p>
          <a:p>
            <a:r>
              <a:t>model, argued in DEC-009, so that a request can be shared as a link to someone who has not</a:t>
            </a:r>
          </a:p>
          <a:p>
            <a:r>
              <a:t>installed anything. It also publishes a named donor's blood type and district, which is on</a:t>
            </a:r>
          </a:p>
          <a:p>
            <a:r>
              <a:t>the risks slide as a debt with an expiry, not as a feature.</a:t>
            </a:r>
          </a:p>
          <a:p/>
          <a:p>
            <a:r>
              <a:t>Staff accounts (right) replaced a JWT pasted into a .env file by hand (DEC-010). Nobody</a:t>
            </a:r>
          </a:p>
          <a:p>
            <a:r>
              <a:t>self-signs-up for the portal: an admin grants access to someone who has already signed in</a:t>
            </a:r>
          </a:p>
          <a:p>
            <a:r>
              <a:t>once as an ordinary user. Mention that only if asked how hospitals get accounts.</a:t>
            </a:r>
          </a:p>
          <a:p/>
          <a:p>
            <a:r>
              <a:t>All three images are regenerated by the same pass that updates the README's screenshots —</a:t>
            </a:r>
          </a:p>
          <a:p>
            <a:r>
              <a:t>docs/assets/screens/. If a screen changes, regenerate there and re-run this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Five minutes, and it does not fit the six-step golden path, so the donor is PRE-STAGED:</a:t>
            </a:r>
          </a:p>
          <a:p>
            <a:r>
              <a:t>registered, signed in, permission granted, sitting on Home before the room walks in. The two</a:t>
            </a:r>
          </a:p>
          <a:p>
            <a:r>
              <a:t>screenshot slides you just showed are what registration looks like — that is why they come</a:t>
            </a:r>
          </a:p>
          <a:p>
            <a:r>
              <a:t>immediately before this one. The demo then runs post → push → accept → confirm → history, with</a:t>
            </a:r>
          </a:p>
          <a:p>
            <a:r>
              <a:t>the beats and the wording in run-of-show.md. Rehearse it to 4:30; the spare 30 seconds is where</a:t>
            </a:r>
          </a:p>
          <a:p>
            <a:r>
              <a:t>a slow emulator goes.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the two screenshot slides before this one, or the screen</a:t>
            </a:r>
          </a:p>
          <a:p>
            <a:r>
              <a:t>recording from docs/po/demo-script.md section 8, which is the checklist for the day</a:t>
            </a:r>
          </a:p>
          <a:p>
            <a:r>
              <a:t>before — recording, cold rehearsal, and rotating the seeded portal password before it is</a:t>
            </a:r>
          </a:p>
          <a:p>
            <a:r>
              <a:t>typed on a projector.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The risks slide near the</a:t>
            </a:r>
          </a:p>
          <a:p>
            <a:r>
              <a:t>end covers what's still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counts are re-run before every rebuild of this deck, not copied forward — this slide has</a:t>
            </a:r>
          </a:p>
          <a:p>
            <a:r>
              <a:t>said 138 and then 184 on the way to today's 196, each one true when it was written. Both</a:t>
            </a:r>
          </a:p>
          <a:p>
            <a:r>
              <a:t>numbers come from a full unpiped run on 2026-09-23: `./mvnw test` with Docker up (196 passed,</a:t>
            </a:r>
          </a:p>
          <a:p>
            <a:r>
              <a:t>0 skipped — the Testcontainers integration tests silently skip when Docker is down, so "0</a:t>
            </a:r>
          </a:p>
          <a:p>
            <a:r>
              <a:t>skipped" is the number that matters, not "BUILD SUCCESS") and `flutter test` (189 passed).</a:t>
            </a:r>
          </a:p>
          <a:p/>
          <a:p>
            <a:r>
              <a:t>"Verified live" is a deliberate phrase, not filler: a green suite has been insufficient</a:t>
            </a:r>
          </a:p>
          <a:p>
            <a:r>
              <a:t>before on this project — a schema mismatch once shipped behind a green build because the</a:t>
            </a:r>
          </a:p>
          <a:p>
            <a:r>
              <a:t>integration test that would have caught it skipped without Docker. Every milestone since is</a:t>
            </a:r>
          </a:p>
          <a:p>
            <a:r>
              <a:t>checked on an actual device or browser.</a:t>
            </a:r>
          </a:p>
          <a:p/>
          <a:p>
            <a:r>
              <a:t>The fourth bullet is work that grew AFTER the graded milestones, in September: the public</a:t>
            </a:r>
          </a:p>
          <a:p>
            <a:r>
              <a:t>request board (DEC-009), portal staff sign-in and the staff lifecycle replacing a</a:t>
            </a:r>
          </a:p>
          <a:p>
            <a:r>
              <a:t>hand-pasted PORTAL_DEV_JWT (DEC-010), the mobile language switch, the intro carousel</a:t>
            </a:r>
          </a:p>
          <a:p>
            <a:r>
              <a:t>(DEC-011), and a push-language bug where every alert went out in Khmer regardless of the</a:t>
            </a:r>
          </a:p>
          <a:p>
            <a:r>
              <a:t>user's setting. None of it is a new FR; docs/scope.md records all of it, including the two</a:t>
            </a:r>
          </a:p>
          <a:p>
            <a:r>
              <a:t>debts it carries. Say "grown, and written down" — the point is that scope changes are</a:t>
            </a:r>
          </a:p>
          <a:p>
            <a:r>
              <a:t>visible, not that nothing changed.</a:t>
            </a:r>
          </a:p>
          <a:p/>
          <a:p>
            <a:r>
              <a:t>On the last bullet, if asked: the demo you just watched runs entirely on one laptop —</a:t>
            </a:r>
          </a:p>
          <a:p>
            <a:r>
              <a:t>compose for backend, database and portal, the app on an emulator or a tethered phone. The</a:t>
            </a:r>
          </a:p>
          <a:p>
            <a:r>
              <a:t>signed AAB and the Play Store internal-testing upload are written up end to end in</a:t>
            </a:r>
          </a:p>
          <a:p>
            <a:r>
              <a:t>docs/tech-lead/deploy-runbook.md and sequenced AFTER the demo, deliberately (DEC-012). A</a:t>
            </a:r>
          </a:p>
          <a:p>
            <a:r>
              <a:t>store upload changes nothing about what this room sees; what it adds is a distribution</a:t>
            </a:r>
          </a:p>
          <a:p>
            <a:r>
              <a:t>channel, and Play Console identity verification plus review latency is days of waiting</a:t>
            </a:r>
          </a:p>
          <a:p>
            <a:r>
              <a:t>outside our control. Behind the demo, its worst case is a late release. In front of it, its</a:t>
            </a:r>
          </a:p>
          <a:p>
            <a:r>
              <a:t>worst case is a missed defense.</a:t>
            </a:r>
          </a:p>
          <a:p/>
          <a:p>
            <a:r>
              <a:t>Say the cost of that choice in the same breath, do not let it be found: if M7's clause is</a:t>
            </a:r>
          </a:p>
          <a:p>
            <a:r>
              <a:t>graded literally as a store release, this leaves a graded milestone open today. The runbook</a:t>
            </a:r>
          </a:p>
          <a:p>
            <a:r>
              <a:t>is written, the account is being opened, and executing it is about a day once the demo is</a:t>
            </a:r>
          </a:p>
          <a:p>
            <a:r>
              <a:t>behind us.</a:t>
            </a:r>
          </a:p>
          <a:p/>
          <a:p>
            <a:r>
              <a:t>LIKELY QUESTION: "Can you show us the app?"</a:t>
            </a:r>
          </a:p>
          <a:p>
            <a:r>
              <a:t>ANSWER: Already did — the two screenshot slides earlier, and the live walkthrough after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scripts/metrics.sql — it produces all five off the live database in one run, and it</a:t>
            </a:r>
          </a:p>
          <a:p>
            <a:r>
              <a:t>can be run in front of the room. We originally planned event-capture instrumentation on every</a:t>
            </a:r>
          </a:p>
          <a:p>
            <a:r>
              <a:t>milestone and cut it (DEC-003 withdrawn by DEC-004); for a pilot this size the queries give</a:t>
            </a:r>
          </a:p>
          <a:p>
            <a:r>
              <a:t>the same five numbers for none of the build cost.</a:t>
            </a:r>
          </a:p>
          <a:p/>
          <a:p>
            <a:r>
              <a:t>Be honest about the limit, in the same breath: the query is real, the pilot data is not. Every</a:t>
            </a:r>
          </a:p>
          <a:p>
            <a:r>
              <a:t>row today is a team-created test account. The output carries a `sample` column next to every</a:t>
            </a:r>
          </a:p>
          <a:p>
            <a:r>
              <a:t>percentage for exactly that reason — quote the denominator out loud, never the percentage</a:t>
            </a:r>
          </a:p>
          <a:p>
            <a:r>
              <a:t>alone. Two of three requests accepted inside an hour is 67% and it proves nothing.</a:t>
            </a:r>
          </a:p>
          <a:p/>
          <a:p>
            <a:r>
              <a:t>Metric 5 is the one to be careful with: notified_at is set when Firebase ACCEPTS the send, not</a:t>
            </a:r>
          </a:p>
          <a:p>
            <a:r>
              <a:t>when a phone displays it. Call it send-success, not delivery, and say true delivery lives in</a:t>
            </a:r>
          </a:p>
          <a:p>
            <a:r>
              <a:t>Firebase's own reporting. Being precise here costs nothing and being caught overstating it</a:t>
            </a:r>
          </a:p>
          <a:p>
            <a:r>
              <a:t>costs the whole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Week-2 version of this slide listed two decisions as open that are now closed</a:t>
            </a:r>
          </a:p>
          <a:p>
            <a:r>
              <a:t>(notified-donor count: ADR 0008; the deploy runbook: written) — replaced with what's</a:t>
            </a:r>
          </a:p>
          <a:p>
            <a:r>
              <a:t>actually live today. Point this out if it's a returning audience: closed risks got removed,</a:t>
            </a:r>
          </a:p>
          <a:p>
            <a:r>
              <a:t>not quietly forgotten.</a:t>
            </a:r>
          </a:p>
          <a:p/>
          <a:p>
            <a:r>
              <a:t>On the tunnel: `API_BASE_URL` is baked into the signed AAB at build time, so internal</a:t>
            </a:r>
          </a:p>
          <a:p>
            <a:r>
              <a:t>testers reach a laptop-hosted backend through ngrok/cloudflared (`DEC-007`), not a real</a:t>
            </a:r>
          </a:p>
          <a:p>
            <a:r>
              <a:t>deploy. Chosen deliberately — a hosted deploy is new infrastructure work M7's timeline</a:t>
            </a:r>
          </a:p>
          <a:p>
            <a:r>
              <a:t>doesn't need, and the pilot is still team-only test accounts. Revisit before any real donor</a:t>
            </a:r>
          </a:p>
          <a:p>
            <a:r>
              <a:t>outside the team uses the app, the same trigger that brings account deletion back into scope.</a:t>
            </a:r>
          </a:p>
          <a:p/>
          <a:p>
            <a:r>
              <a:t>On the two security bullets. The bigger one closed on 23 September and is worth saying out</a:t>
            </a:r>
          </a:p>
          <a:p>
            <a:r>
              <a:t>loud as a closed item rather than leaving off the slide: until that day a password committed in</a:t>
            </a:r>
          </a:p>
          <a:p>
            <a:r>
              <a:t>migrations V13-V16 opened all four portal accounts, including the ADMIN. V19 replaced those</a:t>
            </a:r>
          </a:p>
          <a:p>
            <a:r>
              <a:t>digests with hashes of random values nobody holds, and the real passwords now come from the</a:t>
            </a:r>
          </a:p>
          <a:p>
            <a:r>
              <a:t>environment at startup (DEC-013). What is left is narrower and is what the bullet says: one</a:t>
            </a:r>
          </a:p>
          <a:p>
            <a:r>
              <a:t>environment value covers three hospital accounts, so three people share a credential. Each row</a:t>
            </a:r>
          </a:p>
          <a:p>
            <a:r>
              <a:t>still carries its own salt, so cracking one does not open the others.</a:t>
            </a:r>
          </a:p>
          <a:p/>
          <a:p>
            <a:r>
              <a:t>The public board publishes a named donor's blood type and district to anyone with the link</a:t>
            </a:r>
          </a:p>
          <a:p>
            <a:r>
              <a:t>(DEC-009) — safe only because every donor row today is a team-created test account, and there</a:t>
            </a:r>
          </a:p>
          <a:p>
            <a:r>
              <a:t>is no consent step because until that day there was nothing to consent to. Say it rather than</a:t>
            </a:r>
          </a:p>
          <a:p>
            <a:r>
              <a:t>waiting to be asked: a recorded choice with a recorded expiry is a different thing from an</a:t>
            </a:r>
          </a:p>
          <a:p>
            <a:r>
              <a:t>oversight found at the defense.</a:t>
            </a:r>
          </a:p>
          <a:p/>
          <a:p>
            <a:r>
              <a:t>The language switch is no longer a risk — the mobile app got one on 2026-09-06, alongside a</a:t>
            </a:r>
          </a:p>
          <a:p>
            <a:r>
              <a:t>fix for push alerts that had been going out in Khmer no matter what the user chose. The team-</a:t>
            </a:r>
          </a:p>
          <a:p>
            <a:r>
              <a:t>size question moved to the closing slide, where it is asked directly.</a:t>
            </a:r>
          </a:p>
          <a:p/>
          <a:p>
            <a:r>
              <a:t>LIKELY QUESTION: "Isn't it a problem that so much is still open this late?"</a:t>
            </a:r>
          </a:p>
          <a:p>
            <a:r>
              <a:t>ANSWER: Compare this list to the Week-2 one — most of that list closed. What's open now is</a:t>
            </a:r>
          </a:p>
          <a:p>
            <a:r>
              <a:t>what's genuinely still open, not a pile that never got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The deploy runbook that gap referred to is written (docs/tech-lead/deploy-runbook.md); what is</a:t>
            </a:r>
          </a:p>
          <a:p>
            <a:r>
              <a:t>left of M7 is running it.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Final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App, on a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ile-intro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2395728"/>
            <a:ext cx="1440180" cy="3200400"/>
          </a:xfrm>
          <a:prstGeom prst="rect">
            <a:avLst/>
          </a:prstGeom>
        </p:spPr>
      </p:pic>
      <p:pic>
        <p:nvPicPr>
          <p:cNvPr id="5" name="Picture 4" descr="mobile-home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2395728"/>
            <a:ext cx="1440180" cy="3200400"/>
          </a:xfrm>
          <a:prstGeom prst="rect">
            <a:avLst/>
          </a:prstGeom>
        </p:spPr>
      </p:pic>
      <p:pic>
        <p:nvPicPr>
          <p:cNvPr id="6" name="Picture 5" descr="mobile-history-k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395728"/>
            <a:ext cx="1440180" cy="3200400"/>
          </a:xfrm>
          <a:prstGeom prst="rect">
            <a:avLst/>
          </a:prstGeom>
        </p:spPr>
      </p:pic>
      <p:pic>
        <p:nvPicPr>
          <p:cNvPr id="7" name="Picture 6" descr="mobile-profile-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507" y="2395728"/>
            <a:ext cx="144018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4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Intro — what the app is, before asking for an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Home — alerts for you, then who else needs blood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History — what your donations added up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7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Profile — blood type, district,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អេក្រង់ក្នុងកុំព្យូទ័រ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Portal, in a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-public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24" y="2395728"/>
            <a:ext cx="5781702" cy="2834640"/>
          </a:xfrm>
          <a:prstGeom prst="rect">
            <a:avLst/>
          </a:prstGeom>
        </p:spPr>
      </p:pic>
      <p:pic>
        <p:nvPicPr>
          <p:cNvPr id="5" name="Picture 4" descr="portal-staff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146" y="2395728"/>
            <a:ext cx="4535424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24" y="5303520"/>
            <a:ext cx="57817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Public board — open requests, no account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146" y="5303520"/>
            <a:ext cx="45354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The same board, signed in as hospital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registers — Google Sign-in, blood type, district, no password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accepts; hospital confirms on the portal —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through M6 complete — verified live on device, not just tests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Backend: 196 tests green against real PostgreSQL via Testcontainers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Mobile: 189 tests green — iOS and Android both build today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Since M7: public request board, portal staff accounts, mobile language switch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Demo runs on one local machine — store release sequenced after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backend runs on a tunneled laptop, not hosted infrastructure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phone numbers unverified — coordination happens through push, not calls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needs campus and NGO onboarding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Account and data deletion deferred — must ship before real donors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Three hospital staff accounts share one password — one credential, three people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Public board shows donor names — deliberate, no consent step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